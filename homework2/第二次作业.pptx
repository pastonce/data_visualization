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361" r:id="rId2"/>
    <p:sldId id="272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9513E-EBF7-4235-A12C-E092B18B8034}" v="216" dt="2022-04-12T11:39:42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2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Yanbin" userId="a72b846c-06b1-46ad-8c72-c0416614a267" providerId="ADAL" clId="{5C99513E-EBF7-4235-A12C-E092B18B8034}"/>
    <pc:docChg chg="undo custSel addSld delSld modSld">
      <pc:chgData name="HaoYanbin" userId="a72b846c-06b1-46ad-8c72-c0416614a267" providerId="ADAL" clId="{5C99513E-EBF7-4235-A12C-E092B18B8034}" dt="2022-04-12T11:39:42.326" v="214" actId="2696"/>
      <pc:docMkLst>
        <pc:docMk/>
      </pc:docMkLst>
      <pc:sldChg chg="del">
        <pc:chgData name="HaoYanbin" userId="a72b846c-06b1-46ad-8c72-c0416614a267" providerId="ADAL" clId="{5C99513E-EBF7-4235-A12C-E092B18B8034}" dt="2022-04-12T07:28:35.297" v="1" actId="2696"/>
        <pc:sldMkLst>
          <pc:docMk/>
          <pc:sldMk cId="1010989405" sldId="256"/>
        </pc:sldMkLst>
      </pc:sldChg>
      <pc:sldChg chg="del">
        <pc:chgData name="HaoYanbin" userId="a72b846c-06b1-46ad-8c72-c0416614a267" providerId="ADAL" clId="{5C99513E-EBF7-4235-A12C-E092B18B8034}" dt="2022-04-12T07:28:33.608" v="0" actId="2696"/>
        <pc:sldMkLst>
          <pc:docMk/>
          <pc:sldMk cId="4193702673" sldId="257"/>
        </pc:sldMkLst>
      </pc:sldChg>
      <pc:sldChg chg="modSp">
        <pc:chgData name="HaoYanbin" userId="a72b846c-06b1-46ad-8c72-c0416614a267" providerId="ADAL" clId="{5C99513E-EBF7-4235-A12C-E092B18B8034}" dt="2022-04-12T07:36:25.024" v="208" actId="27636"/>
        <pc:sldMkLst>
          <pc:docMk/>
          <pc:sldMk cId="0" sldId="272"/>
        </pc:sldMkLst>
        <pc:spChg chg="mod">
          <ac:chgData name="HaoYanbin" userId="a72b846c-06b1-46ad-8c72-c0416614a267" providerId="ADAL" clId="{5C99513E-EBF7-4235-A12C-E092B18B8034}" dt="2022-04-12T07:36:25.024" v="208" actId="27636"/>
          <ac:spMkLst>
            <pc:docMk/>
            <pc:sldMk cId="0" sldId="272"/>
            <ac:spMk id="17411" creationId="{00000000-0000-0000-0000-000000000000}"/>
          </ac:spMkLst>
        </pc:spChg>
      </pc:sldChg>
      <pc:sldChg chg="add del">
        <pc:chgData name="HaoYanbin" userId="a72b846c-06b1-46ad-8c72-c0416614a267" providerId="ADAL" clId="{5C99513E-EBF7-4235-A12C-E092B18B8034}" dt="2022-04-12T11:39:42.324" v="211" actId="2696"/>
        <pc:sldMkLst>
          <pc:docMk/>
          <pc:sldMk cId="947001821" sldId="347"/>
        </pc:sldMkLst>
      </pc:sldChg>
      <pc:sldChg chg="add del">
        <pc:chgData name="HaoYanbin" userId="a72b846c-06b1-46ad-8c72-c0416614a267" providerId="ADAL" clId="{5C99513E-EBF7-4235-A12C-E092B18B8034}" dt="2022-04-12T11:39:42.323" v="210" actId="2696"/>
        <pc:sldMkLst>
          <pc:docMk/>
          <pc:sldMk cId="555281724" sldId="348"/>
        </pc:sldMkLst>
      </pc:sldChg>
      <pc:sldChg chg="add del">
        <pc:chgData name="HaoYanbin" userId="a72b846c-06b1-46ad-8c72-c0416614a267" providerId="ADAL" clId="{5C99513E-EBF7-4235-A12C-E092B18B8034}" dt="2022-04-12T11:39:42.325" v="212" actId="2696"/>
        <pc:sldMkLst>
          <pc:docMk/>
          <pc:sldMk cId="1153415705" sldId="349"/>
        </pc:sldMkLst>
      </pc:sldChg>
      <pc:sldChg chg="del">
        <pc:chgData name="HaoYanbin" userId="a72b846c-06b1-46ad-8c72-c0416614a267" providerId="ADAL" clId="{5C99513E-EBF7-4235-A12C-E092B18B8034}" dt="2022-04-12T07:28:36.532" v="2" actId="2696"/>
        <pc:sldMkLst>
          <pc:docMk/>
          <pc:sldMk cId="3782445550" sldId="350"/>
        </pc:sldMkLst>
      </pc:sldChg>
      <pc:sldChg chg="add del">
        <pc:chgData name="HaoYanbin" userId="a72b846c-06b1-46ad-8c72-c0416614a267" providerId="ADAL" clId="{5C99513E-EBF7-4235-A12C-E092B18B8034}" dt="2022-04-12T11:39:42.326" v="214" actId="2696"/>
        <pc:sldMkLst>
          <pc:docMk/>
          <pc:sldMk cId="1791801169" sldId="351"/>
        </pc:sldMkLst>
      </pc:sldChg>
      <pc:sldChg chg="add del">
        <pc:chgData name="HaoYanbin" userId="a72b846c-06b1-46ad-8c72-c0416614a267" providerId="ADAL" clId="{5C99513E-EBF7-4235-A12C-E092B18B8034}" dt="2022-04-12T11:39:42.326" v="213" actId="2696"/>
        <pc:sldMkLst>
          <pc:docMk/>
          <pc:sldMk cId="546549636" sldId="352"/>
        </pc:sldMkLst>
      </pc:sldChg>
      <pc:sldChg chg="del">
        <pc:chgData name="HaoYanbin" userId="a72b846c-06b1-46ad-8c72-c0416614a267" providerId="ADAL" clId="{5C99513E-EBF7-4235-A12C-E092B18B8034}" dt="2022-04-12T11:39:42.322" v="209" actId="2696"/>
        <pc:sldMkLst>
          <pc:docMk/>
          <pc:sldMk cId="2700936188" sldId="353"/>
        </pc:sldMkLst>
      </pc:sldChg>
      <pc:sldChg chg="modSp add">
        <pc:chgData name="HaoYanbin" userId="a72b846c-06b1-46ad-8c72-c0416614a267" providerId="ADAL" clId="{5C99513E-EBF7-4235-A12C-E092B18B8034}" dt="2022-04-12T07:35:31.140" v="207" actId="1076"/>
        <pc:sldMkLst>
          <pc:docMk/>
          <pc:sldMk cId="2456371224" sldId="361"/>
        </pc:sldMkLst>
        <pc:spChg chg="mod">
          <ac:chgData name="HaoYanbin" userId="a72b846c-06b1-46ad-8c72-c0416614a267" providerId="ADAL" clId="{5C99513E-EBF7-4235-A12C-E092B18B8034}" dt="2022-04-12T07:29:32.724" v="24"/>
          <ac:spMkLst>
            <pc:docMk/>
            <pc:sldMk cId="2456371224" sldId="361"/>
            <ac:spMk id="5" creationId="{7473A038-5826-4B9B-825C-5E17820B28AB}"/>
          </ac:spMkLst>
        </pc:spChg>
        <pc:spChg chg="mod">
          <ac:chgData name="HaoYanbin" userId="a72b846c-06b1-46ad-8c72-c0416614a267" providerId="ADAL" clId="{5C99513E-EBF7-4235-A12C-E092B18B8034}" dt="2022-04-12T07:30:23.627" v="29" actId="20577"/>
          <ac:spMkLst>
            <pc:docMk/>
            <pc:sldMk cId="2456371224" sldId="361"/>
            <ac:spMk id="6" creationId="{B52CC434-AED1-4327-AF63-C8C5EEE17D2B}"/>
          </ac:spMkLst>
        </pc:spChg>
        <pc:spChg chg="mod">
          <ac:chgData name="HaoYanbin" userId="a72b846c-06b1-46ad-8c72-c0416614a267" providerId="ADAL" clId="{5C99513E-EBF7-4235-A12C-E092B18B8034}" dt="2022-04-12T07:35:31.140" v="207" actId="1076"/>
          <ac:spMkLst>
            <pc:docMk/>
            <pc:sldMk cId="2456371224" sldId="361"/>
            <ac:spMk id="7" creationId="{57356777-E384-40CE-A185-2C31E61F2F5A}"/>
          </ac:spMkLst>
        </pc:spChg>
      </pc:sldChg>
    </pc:docChg>
  </pc:docChgLst>
  <pc:docChgLst>
    <pc:chgData name="HaoYanbin" userId="a72b846c-06b1-46ad-8c72-c0416614a267" providerId="ADAL" clId="{9F728760-79A0-40F9-AC63-4DD2BDD99104}"/>
    <pc:docChg chg="undo custSel addSld modSld sldOrd delMainMaster modMainMaster">
      <pc:chgData name="HaoYanbin" userId="a72b846c-06b1-46ad-8c72-c0416614a267" providerId="ADAL" clId="{9F728760-79A0-40F9-AC63-4DD2BDD99104}" dt="2022-02-22T06:11:24.287" v="2120"/>
      <pc:docMkLst>
        <pc:docMk/>
      </pc:docMkLst>
      <pc:sldMasterChg chg="modSp modSldLayout">
        <pc:chgData name="HaoYanbin" userId="a72b846c-06b1-46ad-8c72-c0416614a267" providerId="ADAL" clId="{9F728760-79A0-40F9-AC63-4DD2BDD99104}" dt="2022-02-21T03:34:05.520" v="14"/>
        <pc:sldMasterMkLst>
          <pc:docMk/>
          <pc:sldMasterMk cId="1338757328" sldId="2147483661"/>
        </pc:sldMasterMkLst>
        <pc:spChg chg="mod">
          <ac:chgData name="HaoYanbin" userId="a72b846c-06b1-46ad-8c72-c0416614a267" providerId="ADAL" clId="{9F728760-79A0-40F9-AC63-4DD2BDD99104}" dt="2022-02-21T03:34:05.520" v="14"/>
          <ac:spMkLst>
            <pc:docMk/>
            <pc:sldMasterMk cId="1338757328" sldId="2147483661"/>
            <ac:spMk id="8" creationId="{00000000-0000-0000-0000-000000000000}"/>
          </ac:spMkLst>
        </pc:spChg>
        <pc:spChg chg="mod">
          <ac:chgData name="HaoYanbin" userId="a72b846c-06b1-46ad-8c72-c0416614a267" providerId="ADAL" clId="{9F728760-79A0-40F9-AC63-4DD2BDD99104}" dt="2022-02-21T03:34:05.520" v="14"/>
          <ac:spMkLst>
            <pc:docMk/>
            <pc:sldMasterMk cId="1338757328" sldId="2147483661"/>
            <ac:spMk id="9" creationId="{00000000-0000-0000-0000-000000000000}"/>
          </ac:spMkLst>
        </pc:spChg>
        <pc:spChg chg="mod">
          <ac:chgData name="HaoYanbin" userId="a72b846c-06b1-46ad-8c72-c0416614a267" providerId="ADAL" clId="{9F728760-79A0-40F9-AC63-4DD2BDD99104}" dt="2022-02-21T03:34:05.520" v="14"/>
          <ac:spMkLst>
            <pc:docMk/>
            <pc:sldMasterMk cId="1338757328" sldId="2147483661"/>
            <ac:spMk id="11" creationId="{00000000-0000-0000-0000-000000000000}"/>
          </ac:spMkLst>
        </pc:spChg>
        <pc:spChg chg="mod">
          <ac:chgData name="HaoYanbin" userId="a72b846c-06b1-46ad-8c72-c0416614a267" providerId="ADAL" clId="{9F728760-79A0-40F9-AC63-4DD2BDD99104}" dt="2022-02-21T03:34:05.520" v="14"/>
          <ac:spMkLst>
            <pc:docMk/>
            <pc:sldMasterMk cId="1338757328" sldId="2147483661"/>
            <ac:spMk id="12" creationId="{00000000-0000-0000-0000-000000000000}"/>
          </ac:spMkLst>
        </pc:spChg>
        <pc:spChg chg="mod">
          <ac:chgData name="HaoYanbin" userId="a72b846c-06b1-46ad-8c72-c0416614a267" providerId="ADAL" clId="{9F728760-79A0-40F9-AC63-4DD2BDD99104}" dt="2022-02-21T03:34:05.520" v="14"/>
          <ac:spMkLst>
            <pc:docMk/>
            <pc:sldMasterMk cId="1338757328" sldId="2147483661"/>
            <ac:spMk id="13" creationId="{00000000-0000-0000-0000-000000000000}"/>
          </ac:spMkLst>
        </pc:spChg>
        <pc:cxnChg chg="mod">
          <ac:chgData name="HaoYanbin" userId="a72b846c-06b1-46ad-8c72-c0416614a267" providerId="ADAL" clId="{9F728760-79A0-40F9-AC63-4DD2BDD99104}" dt="2022-02-21T03:34:05.520" v="14"/>
          <ac:cxnSpMkLst>
            <pc:docMk/>
            <pc:sldMasterMk cId="1338757328" sldId="2147483661"/>
            <ac:cxnSpMk id="10" creationId="{00000000-0000-0000-0000-000000000000}"/>
          </ac:cxnSpMkLst>
        </pc:cxnChg>
        <pc:sldLayoutChg chg="modSp">
          <pc:chgData name="HaoYanbin" userId="a72b846c-06b1-46ad-8c72-c0416614a267" providerId="ADAL" clId="{9F728760-79A0-40F9-AC63-4DD2BDD99104}" dt="2022-02-21T03:34:05.520" v="14"/>
          <pc:sldLayoutMkLst>
            <pc:docMk/>
            <pc:sldMasterMk cId="1338757328" sldId="2147483661"/>
            <pc:sldLayoutMk cId="526527390" sldId="2147483662"/>
          </pc:sldLayoutMkLst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526527390" sldId="2147483662"/>
              <ac:spMk id="148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526527390" sldId="2147483662"/>
              <ac:spMk id="149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526527390" sldId="2147483662"/>
              <ac:spMk id="150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526527390" sldId="2147483662"/>
              <ac:spMk id="151" creationId="{00000000-0000-0000-0000-000000000000}"/>
            </ac:spMkLst>
          </pc:spChg>
          <pc:grpChg chg="mod">
            <ac:chgData name="HaoYanbin" userId="a72b846c-06b1-46ad-8c72-c0416614a267" providerId="ADAL" clId="{9F728760-79A0-40F9-AC63-4DD2BDD99104}" dt="2022-02-21T03:34:05.520" v="14"/>
            <ac:grpSpMkLst>
              <pc:docMk/>
              <pc:sldMasterMk cId="1338757328" sldId="2147483661"/>
              <pc:sldLayoutMk cId="526527390" sldId="2147483662"/>
              <ac:grpSpMk id="9983" creationId="{00000000-0000-0000-0000-000000000000}"/>
            </ac:grpSpMkLst>
          </pc:grpChg>
          <pc:picChg chg="mod">
            <ac:chgData name="HaoYanbin" userId="a72b846c-06b1-46ad-8c72-c0416614a267" providerId="ADAL" clId="{9F728760-79A0-40F9-AC63-4DD2BDD99104}" dt="2022-02-21T03:34:05.520" v="14"/>
            <ac:picMkLst>
              <pc:docMk/>
              <pc:sldMasterMk cId="1338757328" sldId="2147483661"/>
              <pc:sldLayoutMk cId="526527390" sldId="2147483662"/>
              <ac:picMk id="2" creationId="{10725B68-7E63-48AA-8ACD-07A9B3B950EB}"/>
            </ac:picMkLst>
          </pc:picChg>
        </pc:sldLayoutChg>
        <pc:sldLayoutChg chg="modSp">
          <pc:chgData name="HaoYanbin" userId="a72b846c-06b1-46ad-8c72-c0416614a267" providerId="ADAL" clId="{9F728760-79A0-40F9-AC63-4DD2BDD99104}" dt="2022-02-21T03:34:05.520" v="14"/>
          <pc:sldLayoutMkLst>
            <pc:docMk/>
            <pc:sldMasterMk cId="1338757328" sldId="2147483661"/>
            <pc:sldLayoutMk cId="755731478" sldId="2147483663"/>
          </pc:sldLayoutMkLst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755731478" sldId="2147483663"/>
              <ac:spMk id="7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755731478" sldId="2147483663"/>
              <ac:spMk id="8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755731478" sldId="2147483663"/>
              <ac:spMk id="214" creationId="{00000000-0000-0000-0000-000000000000}"/>
            </ac:spMkLst>
          </pc:spChg>
          <pc:cxnChg chg="mod">
            <ac:chgData name="HaoYanbin" userId="a72b846c-06b1-46ad-8c72-c0416614a267" providerId="ADAL" clId="{9F728760-79A0-40F9-AC63-4DD2BDD99104}" dt="2022-02-21T03:34:05.520" v="14"/>
            <ac:cxnSpMkLst>
              <pc:docMk/>
              <pc:sldMasterMk cId="1338757328" sldId="2147483661"/>
              <pc:sldLayoutMk cId="755731478" sldId="2147483663"/>
              <ac:cxnSpMk id="5" creationId="{F12D0B33-9987-4A01-B5F5-F12C04A0C112}"/>
            </ac:cxnSpMkLst>
          </pc:cxnChg>
        </pc:sldLayoutChg>
        <pc:sldLayoutChg chg="modSp">
          <pc:chgData name="HaoYanbin" userId="a72b846c-06b1-46ad-8c72-c0416614a267" providerId="ADAL" clId="{9F728760-79A0-40F9-AC63-4DD2BDD99104}" dt="2022-02-21T03:34:05.520" v="14"/>
          <pc:sldLayoutMkLst>
            <pc:docMk/>
            <pc:sldMasterMk cId="1338757328" sldId="2147483661"/>
            <pc:sldLayoutMk cId="3647466535" sldId="2147483664"/>
          </pc:sldLayoutMkLst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3647466535" sldId="2147483664"/>
              <ac:spMk id="2" creationId="{00000000-0000-0000-0000-000000000000}"/>
            </ac:spMkLst>
          </pc:spChg>
          <pc:grpChg chg="mod">
            <ac:chgData name="HaoYanbin" userId="a72b846c-06b1-46ad-8c72-c0416614a267" providerId="ADAL" clId="{9F728760-79A0-40F9-AC63-4DD2BDD99104}" dt="2022-02-21T03:34:05.520" v="14"/>
            <ac:grpSpMkLst>
              <pc:docMk/>
              <pc:sldMasterMk cId="1338757328" sldId="2147483661"/>
              <pc:sldLayoutMk cId="3647466535" sldId="2147483664"/>
              <ac:grpSpMk id="8" creationId="{B9B8200B-8FC9-41A8-AF8B-45D75D28C1AC}"/>
            </ac:grpSpMkLst>
          </pc:grpChg>
          <pc:cxnChg chg="mod">
            <ac:chgData name="HaoYanbin" userId="a72b846c-06b1-46ad-8c72-c0416614a267" providerId="ADAL" clId="{9F728760-79A0-40F9-AC63-4DD2BDD99104}" dt="2022-02-21T03:34:05.520" v="14"/>
            <ac:cxnSpMkLst>
              <pc:docMk/>
              <pc:sldMasterMk cId="1338757328" sldId="2147483661"/>
              <pc:sldLayoutMk cId="3647466535" sldId="2147483664"/>
              <ac:cxnSpMk id="7" creationId="{5A70CB7D-BC78-4A03-8B10-D304508B928D}"/>
            </ac:cxnSpMkLst>
          </pc:cxnChg>
        </pc:sldLayoutChg>
        <pc:sldLayoutChg chg="modSp">
          <pc:chgData name="HaoYanbin" userId="a72b846c-06b1-46ad-8c72-c0416614a267" providerId="ADAL" clId="{9F728760-79A0-40F9-AC63-4DD2BDD99104}" dt="2022-02-21T03:34:05.520" v="14"/>
          <pc:sldLayoutMkLst>
            <pc:docMk/>
            <pc:sldMasterMk cId="1338757328" sldId="2147483661"/>
            <pc:sldLayoutMk cId="3340631337" sldId="2147483666"/>
          </pc:sldLayoutMkLst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3340631337" sldId="2147483666"/>
              <ac:spMk id="223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3340631337" sldId="2147483666"/>
              <ac:spMk id="224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3340631337" sldId="2147483666"/>
              <ac:spMk id="225" creationId="{00000000-0000-0000-0000-000000000000}"/>
            </ac:spMkLst>
          </pc:spChg>
          <pc:grpChg chg="mod">
            <ac:chgData name="HaoYanbin" userId="a72b846c-06b1-46ad-8c72-c0416614a267" providerId="ADAL" clId="{9F728760-79A0-40F9-AC63-4DD2BDD99104}" dt="2022-02-21T03:34:05.520" v="14"/>
            <ac:grpSpMkLst>
              <pc:docMk/>
              <pc:sldMasterMk cId="1338757328" sldId="2147483661"/>
              <pc:sldLayoutMk cId="3340631337" sldId="2147483666"/>
              <ac:grpSpMk id="81" creationId="{00000000-0000-0000-0000-000000000000}"/>
            </ac:grpSpMkLst>
          </pc:grpChg>
          <pc:picChg chg="mod">
            <ac:chgData name="HaoYanbin" userId="a72b846c-06b1-46ad-8c72-c0416614a267" providerId="ADAL" clId="{9F728760-79A0-40F9-AC63-4DD2BDD99104}" dt="2022-02-21T03:34:05.520" v="14"/>
            <ac:picMkLst>
              <pc:docMk/>
              <pc:sldMasterMk cId="1338757328" sldId="2147483661"/>
              <pc:sldLayoutMk cId="3340631337" sldId="2147483666"/>
              <ac:picMk id="226" creationId="{4AAF4907-EAE3-4BF3-8C89-B97A3928BA67}"/>
            </ac:picMkLst>
          </pc:picChg>
        </pc:sldLayoutChg>
        <pc:sldLayoutChg chg="modSp">
          <pc:chgData name="HaoYanbin" userId="a72b846c-06b1-46ad-8c72-c0416614a267" providerId="ADAL" clId="{9F728760-79A0-40F9-AC63-4DD2BDD99104}" dt="2022-02-21T03:34:05.520" v="14"/>
          <pc:sldLayoutMkLst>
            <pc:docMk/>
            <pc:sldMasterMk cId="1338757328" sldId="2147483661"/>
            <pc:sldLayoutMk cId="1643421357" sldId="2147483667"/>
          </pc:sldLayoutMkLst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1643421357" sldId="2147483667"/>
              <ac:spMk id="2" creationId="{00000000-0000-0000-0000-000000000000}"/>
            </ac:spMkLst>
          </pc:spChg>
          <pc:spChg chg="mod">
            <ac:chgData name="HaoYanbin" userId="a72b846c-06b1-46ad-8c72-c0416614a267" providerId="ADAL" clId="{9F728760-79A0-40F9-AC63-4DD2BDD99104}" dt="2022-02-21T03:34:05.520" v="14"/>
            <ac:spMkLst>
              <pc:docMk/>
              <pc:sldMasterMk cId="1338757328" sldId="2147483661"/>
              <pc:sldLayoutMk cId="1643421357" sldId="2147483667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58BA3-2754-467F-B9D5-EAA27A6E58E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CE511-3A18-460C-84B6-0C447B334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42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为了回答以上问题，前人提出了一系列有效的方法。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常用的降维方法主要有两大类：线性方法和非线性方法。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BD9904-2BC8-4D5B-AF1F-BCD7CD6D8880}" type="slidenum">
              <a:rPr lang="zh-CN" alt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0725B68-7E63-48AA-8ACD-07A9B3B950E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125" y="-3875"/>
            <a:ext cx="9144000" cy="6040890"/>
          </a:xfrm>
          <a:prstGeom prst="rect">
            <a:avLst/>
          </a:prstGeom>
        </p:spPr>
      </p:pic>
      <p:grpSp>
        <p:nvGrpSpPr>
          <p:cNvPr id="9983" name="组合 9982"/>
          <p:cNvGrpSpPr/>
          <p:nvPr/>
        </p:nvGrpSpPr>
        <p:grpSpPr>
          <a:xfrm>
            <a:off x="0" y="-3875"/>
            <a:ext cx="9144000" cy="6858453"/>
            <a:chOff x="1" y="-453"/>
            <a:chExt cx="12192000" cy="6858453"/>
          </a:xfrm>
        </p:grpSpPr>
        <p:sp>
          <p:nvSpPr>
            <p:cNvPr id="9838" name="Rectangle 67"/>
            <p:cNvSpPr>
              <a:spLocks noChangeArrowheads="1"/>
            </p:cNvSpPr>
            <p:nvPr/>
          </p:nvSpPr>
          <p:spPr bwMode="auto">
            <a:xfrm>
              <a:off x="1" y="5922680"/>
              <a:ext cx="12192000" cy="935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23" name="任意多边形: 形状 222"/>
            <p:cNvSpPr/>
            <p:nvPr/>
          </p:nvSpPr>
          <p:spPr bwMode="auto">
            <a:xfrm>
              <a:off x="4930028" y="5929408"/>
              <a:ext cx="1281644" cy="928592"/>
            </a:xfrm>
            <a:custGeom>
              <a:avLst/>
              <a:gdLst>
                <a:gd name="connsiteX0" fmla="*/ 951375 w 1281644"/>
                <a:gd name="connsiteY0" fmla="*/ 0 h 928592"/>
                <a:gd name="connsiteX1" fmla="*/ 1281644 w 1281644"/>
                <a:gd name="connsiteY1" fmla="*/ 0 h 928592"/>
                <a:gd name="connsiteX2" fmla="*/ 892255 w 1281644"/>
                <a:gd name="connsiteY2" fmla="*/ 928592 h 928592"/>
                <a:gd name="connsiteX3" fmla="*/ 0 w 1281644"/>
                <a:gd name="connsiteY3" fmla="*/ 928592 h 92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644" h="928592">
                  <a:moveTo>
                    <a:pt x="951375" y="0"/>
                  </a:moveTo>
                  <a:lnTo>
                    <a:pt x="1281644" y="0"/>
                  </a:lnTo>
                  <a:lnTo>
                    <a:pt x="892255" y="928592"/>
                  </a:lnTo>
                  <a:lnTo>
                    <a:pt x="0" y="92859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1013"/>
            </a:p>
          </p:txBody>
        </p:sp>
        <p:sp>
          <p:nvSpPr>
            <p:cNvPr id="9840" name="Freeform 69"/>
            <p:cNvSpPr/>
            <p:nvPr/>
          </p:nvSpPr>
          <p:spPr bwMode="auto">
            <a:xfrm>
              <a:off x="6847555" y="5922680"/>
              <a:ext cx="2124657" cy="935320"/>
            </a:xfrm>
            <a:custGeom>
              <a:avLst/>
              <a:gdLst>
                <a:gd name="T0" fmla="*/ 609 w 1263"/>
                <a:gd name="T1" fmla="*/ 6 h 556"/>
                <a:gd name="T2" fmla="*/ 0 w 1263"/>
                <a:gd name="T3" fmla="*/ 556 h 556"/>
                <a:gd name="T4" fmla="*/ 935 w 1263"/>
                <a:gd name="T5" fmla="*/ 556 h 556"/>
                <a:gd name="T6" fmla="*/ 1263 w 1263"/>
                <a:gd name="T7" fmla="*/ 25 h 556"/>
                <a:gd name="T8" fmla="*/ 1124 w 1263"/>
                <a:gd name="T9" fmla="*/ 0 h 556"/>
                <a:gd name="T10" fmla="*/ 1008 w 1263"/>
                <a:gd name="T11" fmla="*/ 155 h 556"/>
                <a:gd name="T12" fmla="*/ 987 w 1263"/>
                <a:gd name="T13" fmla="*/ 2 h 556"/>
                <a:gd name="T14" fmla="*/ 756 w 1263"/>
                <a:gd name="T15" fmla="*/ 16 h 556"/>
                <a:gd name="T16" fmla="*/ 602 w 1263"/>
                <a:gd name="T17" fmla="*/ 172 h 556"/>
                <a:gd name="T18" fmla="*/ 658 w 1263"/>
                <a:gd name="T19" fmla="*/ 4 h 556"/>
                <a:gd name="T20" fmla="*/ 609 w 1263"/>
                <a:gd name="T21" fmla="*/ 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3" h="556">
                  <a:moveTo>
                    <a:pt x="609" y="6"/>
                  </a:moveTo>
                  <a:lnTo>
                    <a:pt x="0" y="556"/>
                  </a:lnTo>
                  <a:lnTo>
                    <a:pt x="935" y="556"/>
                  </a:lnTo>
                  <a:lnTo>
                    <a:pt x="1263" y="25"/>
                  </a:lnTo>
                  <a:lnTo>
                    <a:pt x="1124" y="0"/>
                  </a:lnTo>
                  <a:lnTo>
                    <a:pt x="1008" y="155"/>
                  </a:lnTo>
                  <a:lnTo>
                    <a:pt x="987" y="2"/>
                  </a:lnTo>
                  <a:lnTo>
                    <a:pt x="756" y="16"/>
                  </a:lnTo>
                  <a:lnTo>
                    <a:pt x="602" y="172"/>
                  </a:lnTo>
                  <a:lnTo>
                    <a:pt x="658" y="4"/>
                  </a:lnTo>
                  <a:lnTo>
                    <a:pt x="609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1" name="Freeform 70"/>
            <p:cNvSpPr/>
            <p:nvPr/>
          </p:nvSpPr>
          <p:spPr bwMode="auto">
            <a:xfrm>
              <a:off x="8615578" y="5919316"/>
              <a:ext cx="1140552" cy="938684"/>
            </a:xfrm>
            <a:custGeom>
              <a:avLst/>
              <a:gdLst>
                <a:gd name="T0" fmla="*/ 678 w 678"/>
                <a:gd name="T1" fmla="*/ 6 h 558"/>
                <a:gd name="T2" fmla="*/ 553 w 678"/>
                <a:gd name="T3" fmla="*/ 558 h 558"/>
                <a:gd name="T4" fmla="*/ 0 w 678"/>
                <a:gd name="T5" fmla="*/ 558 h 558"/>
                <a:gd name="T6" fmla="*/ 297 w 678"/>
                <a:gd name="T7" fmla="*/ 31 h 558"/>
                <a:gd name="T8" fmla="*/ 434 w 678"/>
                <a:gd name="T9" fmla="*/ 0 h 558"/>
                <a:gd name="T10" fmla="*/ 316 w 678"/>
                <a:gd name="T11" fmla="*/ 438 h 558"/>
                <a:gd name="T12" fmla="*/ 567 w 678"/>
                <a:gd name="T13" fmla="*/ 39 h 558"/>
                <a:gd name="T14" fmla="*/ 678 w 678"/>
                <a:gd name="T15" fmla="*/ 6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8" h="558">
                  <a:moveTo>
                    <a:pt x="678" y="6"/>
                  </a:moveTo>
                  <a:lnTo>
                    <a:pt x="553" y="558"/>
                  </a:lnTo>
                  <a:lnTo>
                    <a:pt x="0" y="558"/>
                  </a:lnTo>
                  <a:lnTo>
                    <a:pt x="297" y="31"/>
                  </a:lnTo>
                  <a:lnTo>
                    <a:pt x="434" y="0"/>
                  </a:lnTo>
                  <a:lnTo>
                    <a:pt x="316" y="438"/>
                  </a:lnTo>
                  <a:lnTo>
                    <a:pt x="567" y="39"/>
                  </a:lnTo>
                  <a:lnTo>
                    <a:pt x="678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2" name="Freeform 71"/>
            <p:cNvSpPr/>
            <p:nvPr/>
          </p:nvSpPr>
          <p:spPr bwMode="auto">
            <a:xfrm>
              <a:off x="9685477" y="5904175"/>
              <a:ext cx="765415" cy="953825"/>
            </a:xfrm>
            <a:custGeom>
              <a:avLst/>
              <a:gdLst>
                <a:gd name="T0" fmla="*/ 108 w 455"/>
                <a:gd name="T1" fmla="*/ 0 h 567"/>
                <a:gd name="T2" fmla="*/ 0 w 455"/>
                <a:gd name="T3" fmla="*/ 567 h 567"/>
                <a:gd name="T4" fmla="*/ 455 w 455"/>
                <a:gd name="T5" fmla="*/ 567 h 567"/>
                <a:gd name="T6" fmla="*/ 401 w 455"/>
                <a:gd name="T7" fmla="*/ 56 h 567"/>
                <a:gd name="T8" fmla="*/ 297 w 455"/>
                <a:gd name="T9" fmla="*/ 11 h 567"/>
                <a:gd name="T10" fmla="*/ 281 w 455"/>
                <a:gd name="T11" fmla="*/ 455 h 567"/>
                <a:gd name="T12" fmla="*/ 193 w 455"/>
                <a:gd name="T13" fmla="*/ 54 h 567"/>
                <a:gd name="T14" fmla="*/ 108 w 455"/>
                <a:gd name="T15" fmla="*/ 0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567">
                  <a:moveTo>
                    <a:pt x="108" y="0"/>
                  </a:moveTo>
                  <a:lnTo>
                    <a:pt x="0" y="567"/>
                  </a:lnTo>
                  <a:lnTo>
                    <a:pt x="455" y="567"/>
                  </a:lnTo>
                  <a:lnTo>
                    <a:pt x="401" y="56"/>
                  </a:lnTo>
                  <a:lnTo>
                    <a:pt x="297" y="11"/>
                  </a:lnTo>
                  <a:lnTo>
                    <a:pt x="281" y="455"/>
                  </a:lnTo>
                  <a:lnTo>
                    <a:pt x="193" y="5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3" name="Freeform 72"/>
            <p:cNvSpPr/>
            <p:nvPr/>
          </p:nvSpPr>
          <p:spPr bwMode="auto">
            <a:xfrm>
              <a:off x="10482854" y="5926044"/>
              <a:ext cx="928591" cy="931956"/>
            </a:xfrm>
            <a:custGeom>
              <a:avLst/>
              <a:gdLst>
                <a:gd name="T0" fmla="*/ 0 w 552"/>
                <a:gd name="T1" fmla="*/ 39 h 554"/>
                <a:gd name="T2" fmla="*/ 52 w 552"/>
                <a:gd name="T3" fmla="*/ 554 h 554"/>
                <a:gd name="T4" fmla="*/ 552 w 552"/>
                <a:gd name="T5" fmla="*/ 554 h 554"/>
                <a:gd name="T6" fmla="*/ 355 w 552"/>
                <a:gd name="T7" fmla="*/ 33 h 554"/>
                <a:gd name="T8" fmla="*/ 255 w 552"/>
                <a:gd name="T9" fmla="*/ 0 h 554"/>
                <a:gd name="T10" fmla="*/ 257 w 552"/>
                <a:gd name="T11" fmla="*/ 492 h 554"/>
                <a:gd name="T12" fmla="*/ 75 w 552"/>
                <a:gd name="T13" fmla="*/ 0 h 554"/>
                <a:gd name="T14" fmla="*/ 0 w 552"/>
                <a:gd name="T15" fmla="*/ 3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2" h="554">
                  <a:moveTo>
                    <a:pt x="0" y="39"/>
                  </a:moveTo>
                  <a:lnTo>
                    <a:pt x="52" y="554"/>
                  </a:lnTo>
                  <a:lnTo>
                    <a:pt x="552" y="554"/>
                  </a:lnTo>
                  <a:lnTo>
                    <a:pt x="355" y="33"/>
                  </a:lnTo>
                  <a:lnTo>
                    <a:pt x="255" y="0"/>
                  </a:lnTo>
                  <a:lnTo>
                    <a:pt x="257" y="492"/>
                  </a:lnTo>
                  <a:lnTo>
                    <a:pt x="75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4" name="Freeform 73"/>
            <p:cNvSpPr/>
            <p:nvPr/>
          </p:nvSpPr>
          <p:spPr bwMode="auto">
            <a:xfrm>
              <a:off x="11359296" y="5922680"/>
              <a:ext cx="832705" cy="935320"/>
            </a:xfrm>
            <a:custGeom>
              <a:avLst/>
              <a:gdLst>
                <a:gd name="T0" fmla="*/ 0 w 495"/>
                <a:gd name="T1" fmla="*/ 0 h 556"/>
                <a:gd name="T2" fmla="*/ 214 w 495"/>
                <a:gd name="T3" fmla="*/ 556 h 556"/>
                <a:gd name="T4" fmla="*/ 495 w 495"/>
                <a:gd name="T5" fmla="*/ 556 h 556"/>
                <a:gd name="T6" fmla="*/ 495 w 495"/>
                <a:gd name="T7" fmla="*/ 228 h 556"/>
                <a:gd name="T8" fmla="*/ 445 w 495"/>
                <a:gd name="T9" fmla="*/ 10 h 556"/>
                <a:gd name="T10" fmla="*/ 343 w 495"/>
                <a:gd name="T11" fmla="*/ 4 h 556"/>
                <a:gd name="T12" fmla="*/ 403 w 495"/>
                <a:gd name="T13" fmla="*/ 321 h 556"/>
                <a:gd name="T14" fmla="*/ 343 w 495"/>
                <a:gd name="T15" fmla="*/ 473 h 556"/>
                <a:gd name="T16" fmla="*/ 88 w 495"/>
                <a:gd name="T17" fmla="*/ 4 h 556"/>
                <a:gd name="T18" fmla="*/ 0 w 495"/>
                <a:gd name="T1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5" h="556">
                  <a:moveTo>
                    <a:pt x="0" y="0"/>
                  </a:moveTo>
                  <a:lnTo>
                    <a:pt x="214" y="556"/>
                  </a:lnTo>
                  <a:lnTo>
                    <a:pt x="495" y="556"/>
                  </a:lnTo>
                  <a:lnTo>
                    <a:pt x="495" y="228"/>
                  </a:lnTo>
                  <a:lnTo>
                    <a:pt x="445" y="10"/>
                  </a:lnTo>
                  <a:lnTo>
                    <a:pt x="343" y="4"/>
                  </a:lnTo>
                  <a:lnTo>
                    <a:pt x="403" y="321"/>
                  </a:lnTo>
                  <a:lnTo>
                    <a:pt x="343" y="473"/>
                  </a:lnTo>
                  <a:lnTo>
                    <a:pt x="88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5" name="Freeform 74"/>
            <p:cNvSpPr/>
            <p:nvPr/>
          </p:nvSpPr>
          <p:spPr bwMode="auto">
            <a:xfrm>
              <a:off x="9059687" y="4403626"/>
              <a:ext cx="674575" cy="684668"/>
            </a:xfrm>
            <a:custGeom>
              <a:avLst/>
              <a:gdLst>
                <a:gd name="T0" fmla="*/ 62 w 193"/>
                <a:gd name="T1" fmla="*/ 46 h 196"/>
                <a:gd name="T2" fmla="*/ 142 w 193"/>
                <a:gd name="T3" fmla="*/ 10 h 196"/>
                <a:gd name="T4" fmla="*/ 193 w 193"/>
                <a:gd name="T5" fmla="*/ 152 h 196"/>
                <a:gd name="T6" fmla="*/ 154 w 193"/>
                <a:gd name="T7" fmla="*/ 176 h 196"/>
                <a:gd name="T8" fmla="*/ 119 w 193"/>
                <a:gd name="T9" fmla="*/ 172 h 196"/>
                <a:gd name="T10" fmla="*/ 70 w 193"/>
                <a:gd name="T11" fmla="*/ 95 h 196"/>
                <a:gd name="T12" fmla="*/ 60 w 193"/>
                <a:gd name="T13" fmla="*/ 152 h 196"/>
                <a:gd name="T14" fmla="*/ 15 w 193"/>
                <a:gd name="T15" fmla="*/ 196 h 196"/>
                <a:gd name="T16" fmla="*/ 0 w 193"/>
                <a:gd name="T17" fmla="*/ 192 h 196"/>
                <a:gd name="T18" fmla="*/ 38 w 193"/>
                <a:gd name="T19" fmla="*/ 135 h 196"/>
                <a:gd name="T20" fmla="*/ 62 w 193"/>
                <a:gd name="T21" fmla="*/ 4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96">
                  <a:moveTo>
                    <a:pt x="62" y="46"/>
                  </a:moveTo>
                  <a:cubicBezTo>
                    <a:pt x="62" y="46"/>
                    <a:pt x="122" y="0"/>
                    <a:pt x="142" y="10"/>
                  </a:cubicBezTo>
                  <a:cubicBezTo>
                    <a:pt x="162" y="21"/>
                    <a:pt x="192" y="108"/>
                    <a:pt x="193" y="152"/>
                  </a:cubicBezTo>
                  <a:cubicBezTo>
                    <a:pt x="154" y="176"/>
                    <a:pt x="154" y="176"/>
                    <a:pt x="154" y="176"/>
                  </a:cubicBezTo>
                  <a:cubicBezTo>
                    <a:pt x="119" y="172"/>
                    <a:pt x="119" y="172"/>
                    <a:pt x="119" y="172"/>
                  </a:cubicBezTo>
                  <a:cubicBezTo>
                    <a:pt x="119" y="172"/>
                    <a:pt x="92" y="113"/>
                    <a:pt x="70" y="95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8" y="135"/>
                    <a:pt x="39" y="63"/>
                    <a:pt x="62" y="4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6" name="Freeform 75"/>
            <p:cNvSpPr/>
            <p:nvPr/>
          </p:nvSpPr>
          <p:spPr bwMode="auto">
            <a:xfrm>
              <a:off x="9276695" y="4410355"/>
              <a:ext cx="132897" cy="181681"/>
            </a:xfrm>
            <a:custGeom>
              <a:avLst/>
              <a:gdLst>
                <a:gd name="T0" fmla="*/ 37 w 79"/>
                <a:gd name="T1" fmla="*/ 0 h 108"/>
                <a:gd name="T2" fmla="*/ 79 w 79"/>
                <a:gd name="T3" fmla="*/ 46 h 108"/>
                <a:gd name="T4" fmla="*/ 58 w 79"/>
                <a:gd name="T5" fmla="*/ 108 h 108"/>
                <a:gd name="T6" fmla="*/ 0 w 79"/>
                <a:gd name="T7" fmla="*/ 81 h 108"/>
                <a:gd name="T8" fmla="*/ 37 w 79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108">
                  <a:moveTo>
                    <a:pt x="37" y="0"/>
                  </a:moveTo>
                  <a:lnTo>
                    <a:pt x="79" y="46"/>
                  </a:lnTo>
                  <a:lnTo>
                    <a:pt x="58" y="108"/>
                  </a:lnTo>
                  <a:lnTo>
                    <a:pt x="0" y="8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7" name="Freeform 76"/>
            <p:cNvSpPr/>
            <p:nvPr/>
          </p:nvSpPr>
          <p:spPr bwMode="auto">
            <a:xfrm>
              <a:off x="9335573" y="4585306"/>
              <a:ext cx="109345" cy="425605"/>
            </a:xfrm>
            <a:custGeom>
              <a:avLst/>
              <a:gdLst>
                <a:gd name="T0" fmla="*/ 36 w 65"/>
                <a:gd name="T1" fmla="*/ 0 h 253"/>
                <a:gd name="T2" fmla="*/ 25 w 65"/>
                <a:gd name="T3" fmla="*/ 38 h 253"/>
                <a:gd name="T4" fmla="*/ 65 w 65"/>
                <a:gd name="T5" fmla="*/ 220 h 253"/>
                <a:gd name="T6" fmla="*/ 42 w 65"/>
                <a:gd name="T7" fmla="*/ 253 h 253"/>
                <a:gd name="T8" fmla="*/ 15 w 65"/>
                <a:gd name="T9" fmla="*/ 214 h 253"/>
                <a:gd name="T10" fmla="*/ 11 w 65"/>
                <a:gd name="T11" fmla="*/ 38 h 253"/>
                <a:gd name="T12" fmla="*/ 0 w 65"/>
                <a:gd name="T13" fmla="*/ 13 h 253"/>
                <a:gd name="T14" fmla="*/ 36 w 65"/>
                <a:gd name="T1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253">
                  <a:moveTo>
                    <a:pt x="36" y="0"/>
                  </a:moveTo>
                  <a:lnTo>
                    <a:pt x="25" y="38"/>
                  </a:lnTo>
                  <a:lnTo>
                    <a:pt x="65" y="220"/>
                  </a:lnTo>
                  <a:lnTo>
                    <a:pt x="42" y="253"/>
                  </a:lnTo>
                  <a:lnTo>
                    <a:pt x="15" y="214"/>
                  </a:lnTo>
                  <a:lnTo>
                    <a:pt x="11" y="38"/>
                  </a:lnTo>
                  <a:lnTo>
                    <a:pt x="0" y="1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8" name="Freeform 77"/>
            <p:cNvSpPr/>
            <p:nvPr/>
          </p:nvSpPr>
          <p:spPr bwMode="auto">
            <a:xfrm>
              <a:off x="9290153" y="4452411"/>
              <a:ext cx="158130" cy="188410"/>
            </a:xfrm>
            <a:custGeom>
              <a:avLst/>
              <a:gdLst>
                <a:gd name="T0" fmla="*/ 46 w 94"/>
                <a:gd name="T1" fmla="*/ 85 h 112"/>
                <a:gd name="T2" fmla="*/ 73 w 94"/>
                <a:gd name="T3" fmla="*/ 98 h 112"/>
                <a:gd name="T4" fmla="*/ 94 w 94"/>
                <a:gd name="T5" fmla="*/ 5 h 112"/>
                <a:gd name="T6" fmla="*/ 56 w 94"/>
                <a:gd name="T7" fmla="*/ 0 h 112"/>
                <a:gd name="T8" fmla="*/ 44 w 94"/>
                <a:gd name="T9" fmla="*/ 79 h 112"/>
                <a:gd name="T10" fmla="*/ 0 w 94"/>
                <a:gd name="T11" fmla="*/ 44 h 112"/>
                <a:gd name="T12" fmla="*/ 23 w 94"/>
                <a:gd name="T13" fmla="*/ 112 h 112"/>
                <a:gd name="T14" fmla="*/ 46 w 94"/>
                <a:gd name="T15" fmla="*/ 8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12">
                  <a:moveTo>
                    <a:pt x="46" y="85"/>
                  </a:moveTo>
                  <a:lnTo>
                    <a:pt x="73" y="98"/>
                  </a:lnTo>
                  <a:lnTo>
                    <a:pt x="94" y="5"/>
                  </a:lnTo>
                  <a:lnTo>
                    <a:pt x="56" y="0"/>
                  </a:lnTo>
                  <a:lnTo>
                    <a:pt x="44" y="79"/>
                  </a:lnTo>
                  <a:lnTo>
                    <a:pt x="0" y="44"/>
                  </a:lnTo>
                  <a:lnTo>
                    <a:pt x="23" y="112"/>
                  </a:lnTo>
                  <a:lnTo>
                    <a:pt x="46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49" name="Freeform 78"/>
            <p:cNvSpPr/>
            <p:nvPr/>
          </p:nvSpPr>
          <p:spPr bwMode="auto">
            <a:xfrm>
              <a:off x="9160621" y="4299327"/>
              <a:ext cx="235512" cy="296073"/>
            </a:xfrm>
            <a:custGeom>
              <a:avLst/>
              <a:gdLst>
                <a:gd name="T0" fmla="*/ 42 w 67"/>
                <a:gd name="T1" fmla="*/ 84 h 85"/>
                <a:gd name="T2" fmla="*/ 62 w 67"/>
                <a:gd name="T3" fmla="*/ 38 h 85"/>
                <a:gd name="T4" fmla="*/ 19 w 67"/>
                <a:gd name="T5" fmla="*/ 14 h 85"/>
                <a:gd name="T6" fmla="*/ 9 w 67"/>
                <a:gd name="T7" fmla="*/ 59 h 85"/>
                <a:gd name="T8" fmla="*/ 42 w 67"/>
                <a:gd name="T9" fmla="*/ 8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5">
                  <a:moveTo>
                    <a:pt x="42" y="84"/>
                  </a:moveTo>
                  <a:cubicBezTo>
                    <a:pt x="53" y="82"/>
                    <a:pt x="67" y="56"/>
                    <a:pt x="62" y="38"/>
                  </a:cubicBezTo>
                  <a:cubicBezTo>
                    <a:pt x="57" y="19"/>
                    <a:pt x="44" y="0"/>
                    <a:pt x="19" y="14"/>
                  </a:cubicBezTo>
                  <a:cubicBezTo>
                    <a:pt x="0" y="24"/>
                    <a:pt x="5" y="48"/>
                    <a:pt x="9" y="59"/>
                  </a:cubicBezTo>
                  <a:cubicBezTo>
                    <a:pt x="14" y="70"/>
                    <a:pt x="28" y="85"/>
                    <a:pt x="42" y="84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0" name="Freeform 79"/>
            <p:cNvSpPr/>
            <p:nvPr/>
          </p:nvSpPr>
          <p:spPr bwMode="auto">
            <a:xfrm>
              <a:off x="9143799" y="4312785"/>
              <a:ext cx="247288" cy="191774"/>
            </a:xfrm>
            <a:custGeom>
              <a:avLst/>
              <a:gdLst>
                <a:gd name="T0" fmla="*/ 9 w 71"/>
                <a:gd name="T1" fmla="*/ 41 h 55"/>
                <a:gd name="T2" fmla="*/ 27 w 71"/>
                <a:gd name="T3" fmla="*/ 44 h 55"/>
                <a:gd name="T4" fmla="*/ 46 w 71"/>
                <a:gd name="T5" fmla="*/ 28 h 55"/>
                <a:gd name="T6" fmla="*/ 54 w 71"/>
                <a:gd name="T7" fmla="*/ 46 h 55"/>
                <a:gd name="T8" fmla="*/ 61 w 71"/>
                <a:gd name="T9" fmla="*/ 37 h 55"/>
                <a:gd name="T10" fmla="*/ 66 w 71"/>
                <a:gd name="T11" fmla="*/ 55 h 55"/>
                <a:gd name="T12" fmla="*/ 69 w 71"/>
                <a:gd name="T13" fmla="*/ 40 h 55"/>
                <a:gd name="T14" fmla="*/ 41 w 71"/>
                <a:gd name="T15" fmla="*/ 2 h 55"/>
                <a:gd name="T16" fmla="*/ 9 w 71"/>
                <a:gd name="T17" fmla="*/ 4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55">
                  <a:moveTo>
                    <a:pt x="9" y="41"/>
                  </a:moveTo>
                  <a:cubicBezTo>
                    <a:pt x="9" y="41"/>
                    <a:pt x="17" y="48"/>
                    <a:pt x="27" y="44"/>
                  </a:cubicBezTo>
                  <a:cubicBezTo>
                    <a:pt x="37" y="39"/>
                    <a:pt x="46" y="28"/>
                    <a:pt x="46" y="28"/>
                  </a:cubicBezTo>
                  <a:cubicBezTo>
                    <a:pt x="46" y="28"/>
                    <a:pt x="47" y="40"/>
                    <a:pt x="54" y="46"/>
                  </a:cubicBezTo>
                  <a:cubicBezTo>
                    <a:pt x="54" y="46"/>
                    <a:pt x="56" y="32"/>
                    <a:pt x="61" y="37"/>
                  </a:cubicBezTo>
                  <a:cubicBezTo>
                    <a:pt x="65" y="42"/>
                    <a:pt x="66" y="55"/>
                    <a:pt x="66" y="55"/>
                  </a:cubicBezTo>
                  <a:cubicBezTo>
                    <a:pt x="66" y="55"/>
                    <a:pt x="71" y="47"/>
                    <a:pt x="69" y="40"/>
                  </a:cubicBezTo>
                  <a:cubicBezTo>
                    <a:pt x="67" y="34"/>
                    <a:pt x="69" y="0"/>
                    <a:pt x="41" y="2"/>
                  </a:cubicBezTo>
                  <a:cubicBezTo>
                    <a:pt x="14" y="3"/>
                    <a:pt x="0" y="20"/>
                    <a:pt x="9" y="4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1" name="Freeform 80"/>
            <p:cNvSpPr/>
            <p:nvPr/>
          </p:nvSpPr>
          <p:spPr bwMode="auto">
            <a:xfrm>
              <a:off x="9063052" y="4935210"/>
              <a:ext cx="706537" cy="1068217"/>
            </a:xfrm>
            <a:custGeom>
              <a:avLst/>
              <a:gdLst>
                <a:gd name="T0" fmla="*/ 192 w 202"/>
                <a:gd name="T1" fmla="*/ 0 h 306"/>
                <a:gd name="T2" fmla="*/ 180 w 202"/>
                <a:gd name="T3" fmla="*/ 91 h 306"/>
                <a:gd name="T4" fmla="*/ 153 w 202"/>
                <a:gd name="T5" fmla="*/ 156 h 306"/>
                <a:gd name="T6" fmla="*/ 198 w 202"/>
                <a:gd name="T7" fmla="*/ 285 h 306"/>
                <a:gd name="T8" fmla="*/ 145 w 202"/>
                <a:gd name="T9" fmla="*/ 301 h 306"/>
                <a:gd name="T10" fmla="*/ 165 w 202"/>
                <a:gd name="T11" fmla="*/ 275 h 306"/>
                <a:gd name="T12" fmla="*/ 113 w 202"/>
                <a:gd name="T13" fmla="*/ 159 h 306"/>
                <a:gd name="T14" fmla="*/ 124 w 202"/>
                <a:gd name="T15" fmla="*/ 87 h 306"/>
                <a:gd name="T16" fmla="*/ 49 w 202"/>
                <a:gd name="T17" fmla="*/ 139 h 306"/>
                <a:gd name="T18" fmla="*/ 81 w 202"/>
                <a:gd name="T19" fmla="*/ 282 h 306"/>
                <a:gd name="T20" fmla="*/ 15 w 202"/>
                <a:gd name="T21" fmla="*/ 297 h 306"/>
                <a:gd name="T22" fmla="*/ 52 w 202"/>
                <a:gd name="T23" fmla="*/ 268 h 306"/>
                <a:gd name="T24" fmla="*/ 10 w 202"/>
                <a:gd name="T25" fmla="*/ 130 h 306"/>
                <a:gd name="T26" fmla="*/ 118 w 202"/>
                <a:gd name="T27" fmla="*/ 33 h 306"/>
                <a:gd name="T28" fmla="*/ 118 w 202"/>
                <a:gd name="T29" fmla="*/ 20 h 306"/>
                <a:gd name="T30" fmla="*/ 192 w 202"/>
                <a:gd name="T31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2" h="306">
                  <a:moveTo>
                    <a:pt x="192" y="0"/>
                  </a:moveTo>
                  <a:cubicBezTo>
                    <a:pt x="192" y="0"/>
                    <a:pt x="202" y="41"/>
                    <a:pt x="180" y="91"/>
                  </a:cubicBezTo>
                  <a:cubicBezTo>
                    <a:pt x="158" y="141"/>
                    <a:pt x="152" y="139"/>
                    <a:pt x="153" y="156"/>
                  </a:cubicBezTo>
                  <a:cubicBezTo>
                    <a:pt x="153" y="188"/>
                    <a:pt x="198" y="285"/>
                    <a:pt x="198" y="285"/>
                  </a:cubicBezTo>
                  <a:cubicBezTo>
                    <a:pt x="198" y="285"/>
                    <a:pt x="165" y="303"/>
                    <a:pt x="145" y="301"/>
                  </a:cubicBezTo>
                  <a:cubicBezTo>
                    <a:pt x="145" y="301"/>
                    <a:pt x="140" y="295"/>
                    <a:pt x="165" y="275"/>
                  </a:cubicBezTo>
                  <a:cubicBezTo>
                    <a:pt x="165" y="275"/>
                    <a:pt x="116" y="191"/>
                    <a:pt x="113" y="159"/>
                  </a:cubicBezTo>
                  <a:cubicBezTo>
                    <a:pt x="112" y="142"/>
                    <a:pt x="124" y="87"/>
                    <a:pt x="124" y="87"/>
                  </a:cubicBezTo>
                  <a:cubicBezTo>
                    <a:pt x="124" y="87"/>
                    <a:pt x="58" y="117"/>
                    <a:pt x="49" y="139"/>
                  </a:cubicBezTo>
                  <a:cubicBezTo>
                    <a:pt x="34" y="172"/>
                    <a:pt x="81" y="282"/>
                    <a:pt x="81" y="282"/>
                  </a:cubicBezTo>
                  <a:cubicBezTo>
                    <a:pt x="81" y="282"/>
                    <a:pt x="38" y="306"/>
                    <a:pt x="15" y="297"/>
                  </a:cubicBezTo>
                  <a:cubicBezTo>
                    <a:pt x="15" y="297"/>
                    <a:pt x="19" y="285"/>
                    <a:pt x="52" y="268"/>
                  </a:cubicBezTo>
                  <a:cubicBezTo>
                    <a:pt x="52" y="268"/>
                    <a:pt x="0" y="165"/>
                    <a:pt x="10" y="130"/>
                  </a:cubicBezTo>
                  <a:cubicBezTo>
                    <a:pt x="20" y="95"/>
                    <a:pt x="115" y="40"/>
                    <a:pt x="118" y="33"/>
                  </a:cubicBezTo>
                  <a:cubicBezTo>
                    <a:pt x="120" y="29"/>
                    <a:pt x="118" y="20"/>
                    <a:pt x="118" y="20"/>
                  </a:cubicBezTo>
                  <a:cubicBezTo>
                    <a:pt x="118" y="20"/>
                    <a:pt x="166" y="18"/>
                    <a:pt x="192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2" name="Freeform 81"/>
            <p:cNvSpPr/>
            <p:nvPr/>
          </p:nvSpPr>
          <p:spPr bwMode="auto">
            <a:xfrm>
              <a:off x="9513889" y="4997453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7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6" y="15"/>
                    <a:pt x="17" y="1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3" name="Freeform 82"/>
            <p:cNvSpPr/>
            <p:nvPr/>
          </p:nvSpPr>
          <p:spPr bwMode="auto">
            <a:xfrm>
              <a:off x="9179126" y="5039509"/>
              <a:ext cx="149719" cy="153083"/>
            </a:xfrm>
            <a:custGeom>
              <a:avLst/>
              <a:gdLst>
                <a:gd name="T0" fmla="*/ 10 w 43"/>
                <a:gd name="T1" fmla="*/ 38 h 44"/>
                <a:gd name="T2" fmla="*/ 6 w 43"/>
                <a:gd name="T3" fmla="*/ 11 h 44"/>
                <a:gd name="T4" fmla="*/ 33 w 43"/>
                <a:gd name="T5" fmla="*/ 6 h 44"/>
                <a:gd name="T6" fmla="*/ 36 w 43"/>
                <a:gd name="T7" fmla="*/ 33 h 44"/>
                <a:gd name="T8" fmla="*/ 10 w 43"/>
                <a:gd name="T9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4">
                  <a:moveTo>
                    <a:pt x="10" y="38"/>
                  </a:moveTo>
                  <a:cubicBezTo>
                    <a:pt x="2" y="32"/>
                    <a:pt x="0" y="20"/>
                    <a:pt x="6" y="11"/>
                  </a:cubicBezTo>
                  <a:cubicBezTo>
                    <a:pt x="12" y="2"/>
                    <a:pt x="24" y="0"/>
                    <a:pt x="33" y="6"/>
                  </a:cubicBezTo>
                  <a:cubicBezTo>
                    <a:pt x="41" y="12"/>
                    <a:pt x="43" y="24"/>
                    <a:pt x="36" y="33"/>
                  </a:cubicBezTo>
                  <a:cubicBezTo>
                    <a:pt x="30" y="41"/>
                    <a:pt x="18" y="44"/>
                    <a:pt x="10" y="38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4" name="Freeform 83"/>
            <p:cNvSpPr/>
            <p:nvPr/>
          </p:nvSpPr>
          <p:spPr bwMode="auto">
            <a:xfrm>
              <a:off x="8709783" y="4666054"/>
              <a:ext cx="472707" cy="439063"/>
            </a:xfrm>
            <a:custGeom>
              <a:avLst/>
              <a:gdLst>
                <a:gd name="T0" fmla="*/ 96 w 135"/>
                <a:gd name="T1" fmla="*/ 18 h 126"/>
                <a:gd name="T2" fmla="*/ 18 w 135"/>
                <a:gd name="T3" fmla="*/ 31 h 126"/>
                <a:gd name="T4" fmla="*/ 31 w 135"/>
                <a:gd name="T5" fmla="*/ 109 h 126"/>
                <a:gd name="T6" fmla="*/ 89 w 135"/>
                <a:gd name="T7" fmla="*/ 121 h 126"/>
                <a:gd name="T8" fmla="*/ 103 w 135"/>
                <a:gd name="T9" fmla="*/ 126 h 126"/>
                <a:gd name="T10" fmla="*/ 135 w 135"/>
                <a:gd name="T11" fmla="*/ 80 h 126"/>
                <a:gd name="T12" fmla="*/ 126 w 135"/>
                <a:gd name="T13" fmla="*/ 69 h 126"/>
                <a:gd name="T14" fmla="*/ 96 w 135"/>
                <a:gd name="T15" fmla="*/ 1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126">
                  <a:moveTo>
                    <a:pt x="96" y="18"/>
                  </a:moveTo>
                  <a:cubicBezTo>
                    <a:pt x="71" y="0"/>
                    <a:pt x="36" y="6"/>
                    <a:pt x="18" y="31"/>
                  </a:cubicBezTo>
                  <a:cubicBezTo>
                    <a:pt x="0" y="56"/>
                    <a:pt x="6" y="91"/>
                    <a:pt x="31" y="109"/>
                  </a:cubicBezTo>
                  <a:cubicBezTo>
                    <a:pt x="50" y="123"/>
                    <a:pt x="71" y="120"/>
                    <a:pt x="89" y="121"/>
                  </a:cubicBezTo>
                  <a:cubicBezTo>
                    <a:pt x="94" y="121"/>
                    <a:pt x="103" y="126"/>
                    <a:pt x="103" y="126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80"/>
                    <a:pt x="128" y="74"/>
                    <a:pt x="126" y="69"/>
                  </a:cubicBezTo>
                  <a:cubicBezTo>
                    <a:pt x="120" y="52"/>
                    <a:pt x="117" y="32"/>
                    <a:pt x="96" y="18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5" name="Freeform 84"/>
            <p:cNvSpPr/>
            <p:nvPr/>
          </p:nvSpPr>
          <p:spPr bwMode="auto">
            <a:xfrm>
              <a:off x="8724924" y="4679511"/>
              <a:ext cx="402054" cy="402054"/>
            </a:xfrm>
            <a:custGeom>
              <a:avLst/>
              <a:gdLst>
                <a:gd name="T0" fmla="*/ 28 w 115"/>
                <a:gd name="T1" fmla="*/ 99 h 115"/>
                <a:gd name="T2" fmla="*/ 16 w 115"/>
                <a:gd name="T3" fmla="*/ 28 h 115"/>
                <a:gd name="T4" fmla="*/ 87 w 115"/>
                <a:gd name="T5" fmla="*/ 16 h 115"/>
                <a:gd name="T6" fmla="*/ 98 w 115"/>
                <a:gd name="T7" fmla="*/ 87 h 115"/>
                <a:gd name="T8" fmla="*/ 28 w 115"/>
                <a:gd name="T9" fmla="*/ 9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5">
                  <a:moveTo>
                    <a:pt x="28" y="99"/>
                  </a:moveTo>
                  <a:cubicBezTo>
                    <a:pt x="5" y="83"/>
                    <a:pt x="0" y="51"/>
                    <a:pt x="16" y="28"/>
                  </a:cubicBezTo>
                  <a:cubicBezTo>
                    <a:pt x="32" y="5"/>
                    <a:pt x="64" y="0"/>
                    <a:pt x="87" y="16"/>
                  </a:cubicBezTo>
                  <a:cubicBezTo>
                    <a:pt x="109" y="33"/>
                    <a:pt x="115" y="64"/>
                    <a:pt x="98" y="87"/>
                  </a:cubicBezTo>
                  <a:cubicBezTo>
                    <a:pt x="82" y="110"/>
                    <a:pt x="50" y="115"/>
                    <a:pt x="28" y="99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6" name="Freeform 85"/>
            <p:cNvSpPr/>
            <p:nvPr/>
          </p:nvSpPr>
          <p:spPr bwMode="auto">
            <a:xfrm>
              <a:off x="8952024" y="4805679"/>
              <a:ext cx="211961" cy="208597"/>
            </a:xfrm>
            <a:custGeom>
              <a:avLst/>
              <a:gdLst>
                <a:gd name="T0" fmla="*/ 10 w 61"/>
                <a:gd name="T1" fmla="*/ 28 h 60"/>
                <a:gd name="T2" fmla="*/ 2 w 61"/>
                <a:gd name="T3" fmla="*/ 17 h 60"/>
                <a:gd name="T4" fmla="*/ 0 w 61"/>
                <a:gd name="T5" fmla="*/ 15 h 60"/>
                <a:gd name="T6" fmla="*/ 4 w 61"/>
                <a:gd name="T7" fmla="*/ 14 h 60"/>
                <a:gd name="T8" fmla="*/ 12 w 61"/>
                <a:gd name="T9" fmla="*/ 14 h 60"/>
                <a:gd name="T10" fmla="*/ 10 w 61"/>
                <a:gd name="T11" fmla="*/ 15 h 60"/>
                <a:gd name="T12" fmla="*/ 18 w 61"/>
                <a:gd name="T13" fmla="*/ 5 h 60"/>
                <a:gd name="T14" fmla="*/ 21 w 61"/>
                <a:gd name="T15" fmla="*/ 0 h 60"/>
                <a:gd name="T16" fmla="*/ 21 w 61"/>
                <a:gd name="T17" fmla="*/ 6 h 60"/>
                <a:gd name="T18" fmla="*/ 22 w 61"/>
                <a:gd name="T19" fmla="*/ 10 h 60"/>
                <a:gd name="T20" fmla="*/ 23 w 61"/>
                <a:gd name="T21" fmla="*/ 13 h 60"/>
                <a:gd name="T22" fmla="*/ 25 w 61"/>
                <a:gd name="T23" fmla="*/ 17 h 60"/>
                <a:gd name="T24" fmla="*/ 27 w 61"/>
                <a:gd name="T25" fmla="*/ 21 h 60"/>
                <a:gd name="T26" fmla="*/ 31 w 61"/>
                <a:gd name="T27" fmla="*/ 28 h 60"/>
                <a:gd name="T28" fmla="*/ 37 w 61"/>
                <a:gd name="T29" fmla="*/ 34 h 60"/>
                <a:gd name="T30" fmla="*/ 39 w 61"/>
                <a:gd name="T31" fmla="*/ 37 h 60"/>
                <a:gd name="T32" fmla="*/ 42 w 61"/>
                <a:gd name="T33" fmla="*/ 40 h 60"/>
                <a:gd name="T34" fmla="*/ 48 w 61"/>
                <a:gd name="T35" fmla="*/ 46 h 60"/>
                <a:gd name="T36" fmla="*/ 61 w 61"/>
                <a:gd name="T37" fmla="*/ 56 h 60"/>
                <a:gd name="T38" fmla="*/ 59 w 61"/>
                <a:gd name="T39" fmla="*/ 60 h 60"/>
                <a:gd name="T40" fmla="*/ 46 w 61"/>
                <a:gd name="T41" fmla="*/ 49 h 60"/>
                <a:gd name="T42" fmla="*/ 39 w 61"/>
                <a:gd name="T43" fmla="*/ 43 h 60"/>
                <a:gd name="T44" fmla="*/ 36 w 61"/>
                <a:gd name="T45" fmla="*/ 40 h 60"/>
                <a:gd name="T46" fmla="*/ 33 w 61"/>
                <a:gd name="T47" fmla="*/ 37 h 60"/>
                <a:gd name="T48" fmla="*/ 28 w 61"/>
                <a:gd name="T49" fmla="*/ 30 h 60"/>
                <a:gd name="T50" fmla="*/ 23 w 61"/>
                <a:gd name="T51" fmla="*/ 23 h 60"/>
                <a:gd name="T52" fmla="*/ 21 w 61"/>
                <a:gd name="T53" fmla="*/ 19 h 60"/>
                <a:gd name="T54" fmla="*/ 20 w 61"/>
                <a:gd name="T55" fmla="*/ 15 h 60"/>
                <a:gd name="T56" fmla="*/ 18 w 61"/>
                <a:gd name="T57" fmla="*/ 11 h 60"/>
                <a:gd name="T58" fmla="*/ 17 w 61"/>
                <a:gd name="T59" fmla="*/ 6 h 60"/>
                <a:gd name="T60" fmla="*/ 21 w 61"/>
                <a:gd name="T61" fmla="*/ 7 h 60"/>
                <a:gd name="T62" fmla="*/ 14 w 61"/>
                <a:gd name="T63" fmla="*/ 17 h 60"/>
                <a:gd name="T64" fmla="*/ 13 w 61"/>
                <a:gd name="T65" fmla="*/ 18 h 60"/>
                <a:gd name="T66" fmla="*/ 12 w 61"/>
                <a:gd name="T67" fmla="*/ 18 h 60"/>
                <a:gd name="T68" fmla="*/ 4 w 61"/>
                <a:gd name="T69" fmla="*/ 18 h 60"/>
                <a:gd name="T70" fmla="*/ 6 w 61"/>
                <a:gd name="T71" fmla="*/ 15 h 60"/>
                <a:gd name="T72" fmla="*/ 10 w 61"/>
                <a:gd name="T73" fmla="*/ 2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60">
                  <a:moveTo>
                    <a:pt x="10" y="2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5"/>
                    <a:pt x="24" y="16"/>
                    <a:pt x="25" y="17"/>
                  </a:cubicBezTo>
                  <a:cubicBezTo>
                    <a:pt x="26" y="18"/>
                    <a:pt x="26" y="20"/>
                    <a:pt x="27" y="21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8" y="36"/>
                    <a:pt x="39" y="3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39"/>
                    <a:pt x="34" y="38"/>
                    <a:pt x="33" y="3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28"/>
                    <a:pt x="25" y="25"/>
                    <a:pt x="23" y="23"/>
                  </a:cubicBezTo>
                  <a:cubicBezTo>
                    <a:pt x="23" y="22"/>
                    <a:pt x="22" y="20"/>
                    <a:pt x="21" y="19"/>
                  </a:cubicBezTo>
                  <a:cubicBezTo>
                    <a:pt x="21" y="17"/>
                    <a:pt x="20" y="16"/>
                    <a:pt x="20" y="15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7" y="8"/>
                    <a:pt x="17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6" y="15"/>
                    <a:pt x="6" y="15"/>
                    <a:pt x="6" y="15"/>
                  </a:cubicBezTo>
                  <a:lnTo>
                    <a:pt x="10" y="28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7" name="Freeform 86"/>
            <p:cNvSpPr/>
            <p:nvPr/>
          </p:nvSpPr>
          <p:spPr bwMode="auto">
            <a:xfrm>
              <a:off x="8888100" y="4899884"/>
              <a:ext cx="238877" cy="171587"/>
            </a:xfrm>
            <a:custGeom>
              <a:avLst/>
              <a:gdLst>
                <a:gd name="T0" fmla="*/ 65 w 68"/>
                <a:gd name="T1" fmla="*/ 49 h 49"/>
                <a:gd name="T2" fmla="*/ 51 w 68"/>
                <a:gd name="T3" fmla="*/ 40 h 49"/>
                <a:gd name="T4" fmla="*/ 44 w 68"/>
                <a:gd name="T5" fmla="*/ 36 h 49"/>
                <a:gd name="T6" fmla="*/ 36 w 68"/>
                <a:gd name="T7" fmla="*/ 33 h 49"/>
                <a:gd name="T8" fmla="*/ 32 w 68"/>
                <a:gd name="T9" fmla="*/ 31 h 49"/>
                <a:gd name="T10" fmla="*/ 29 w 68"/>
                <a:gd name="T11" fmla="*/ 30 h 49"/>
                <a:gd name="T12" fmla="*/ 21 w 68"/>
                <a:gd name="T13" fmla="*/ 28 h 49"/>
                <a:gd name="T14" fmla="*/ 16 w 68"/>
                <a:gd name="T15" fmla="*/ 27 h 49"/>
                <a:gd name="T16" fmla="*/ 12 w 68"/>
                <a:gd name="T17" fmla="*/ 27 h 49"/>
                <a:gd name="T18" fmla="*/ 8 w 68"/>
                <a:gd name="T19" fmla="*/ 27 h 49"/>
                <a:gd name="T20" fmla="*/ 4 w 68"/>
                <a:gd name="T21" fmla="*/ 27 h 49"/>
                <a:gd name="T22" fmla="*/ 0 w 68"/>
                <a:gd name="T23" fmla="*/ 28 h 49"/>
                <a:gd name="T24" fmla="*/ 2 w 68"/>
                <a:gd name="T25" fmla="*/ 24 h 49"/>
                <a:gd name="T26" fmla="*/ 9 w 68"/>
                <a:gd name="T27" fmla="*/ 15 h 49"/>
                <a:gd name="T28" fmla="*/ 9 w 68"/>
                <a:gd name="T29" fmla="*/ 17 h 49"/>
                <a:gd name="T30" fmla="*/ 3 w 68"/>
                <a:gd name="T31" fmla="*/ 5 h 49"/>
                <a:gd name="T32" fmla="*/ 3 w 68"/>
                <a:gd name="T33" fmla="*/ 5 h 49"/>
                <a:gd name="T34" fmla="*/ 1 w 68"/>
                <a:gd name="T35" fmla="*/ 0 h 49"/>
                <a:gd name="T36" fmla="*/ 5 w 68"/>
                <a:gd name="T37" fmla="*/ 2 h 49"/>
                <a:gd name="T38" fmla="*/ 26 w 68"/>
                <a:gd name="T39" fmla="*/ 11 h 49"/>
                <a:gd name="T40" fmla="*/ 4 w 68"/>
                <a:gd name="T41" fmla="*/ 5 h 49"/>
                <a:gd name="T42" fmla="*/ 6 w 68"/>
                <a:gd name="T43" fmla="*/ 3 h 49"/>
                <a:gd name="T44" fmla="*/ 6 w 68"/>
                <a:gd name="T45" fmla="*/ 3 h 49"/>
                <a:gd name="T46" fmla="*/ 13 w 68"/>
                <a:gd name="T47" fmla="*/ 15 h 49"/>
                <a:gd name="T48" fmla="*/ 13 w 68"/>
                <a:gd name="T49" fmla="*/ 16 h 49"/>
                <a:gd name="T50" fmla="*/ 13 w 68"/>
                <a:gd name="T51" fmla="*/ 17 h 49"/>
                <a:gd name="T52" fmla="*/ 6 w 68"/>
                <a:gd name="T53" fmla="*/ 27 h 49"/>
                <a:gd name="T54" fmla="*/ 4 w 68"/>
                <a:gd name="T55" fmla="*/ 23 h 49"/>
                <a:gd name="T56" fmla="*/ 8 w 68"/>
                <a:gd name="T57" fmla="*/ 23 h 49"/>
                <a:gd name="T58" fmla="*/ 13 w 68"/>
                <a:gd name="T59" fmla="*/ 23 h 49"/>
                <a:gd name="T60" fmla="*/ 17 w 68"/>
                <a:gd name="T61" fmla="*/ 23 h 49"/>
                <a:gd name="T62" fmla="*/ 21 w 68"/>
                <a:gd name="T63" fmla="*/ 24 h 49"/>
                <a:gd name="T64" fmla="*/ 30 w 68"/>
                <a:gd name="T65" fmla="*/ 26 h 49"/>
                <a:gd name="T66" fmla="*/ 34 w 68"/>
                <a:gd name="T67" fmla="*/ 27 h 49"/>
                <a:gd name="T68" fmla="*/ 38 w 68"/>
                <a:gd name="T69" fmla="*/ 29 h 49"/>
                <a:gd name="T70" fmla="*/ 46 w 68"/>
                <a:gd name="T71" fmla="*/ 33 h 49"/>
                <a:gd name="T72" fmla="*/ 53 w 68"/>
                <a:gd name="T73" fmla="*/ 37 h 49"/>
                <a:gd name="T74" fmla="*/ 68 w 68"/>
                <a:gd name="T75" fmla="*/ 46 h 49"/>
                <a:gd name="T76" fmla="*/ 65 w 68"/>
                <a:gd name="T7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" h="49">
                  <a:moveTo>
                    <a:pt x="65" y="49"/>
                  </a:moveTo>
                  <a:cubicBezTo>
                    <a:pt x="61" y="46"/>
                    <a:pt x="56" y="43"/>
                    <a:pt x="51" y="40"/>
                  </a:cubicBezTo>
                  <a:cubicBezTo>
                    <a:pt x="49" y="39"/>
                    <a:pt x="46" y="37"/>
                    <a:pt x="44" y="36"/>
                  </a:cubicBezTo>
                  <a:cubicBezTo>
                    <a:pt x="41" y="35"/>
                    <a:pt x="39" y="34"/>
                    <a:pt x="36" y="33"/>
                  </a:cubicBezTo>
                  <a:cubicBezTo>
                    <a:pt x="35" y="32"/>
                    <a:pt x="34" y="32"/>
                    <a:pt x="32" y="31"/>
                  </a:cubicBezTo>
                  <a:cubicBezTo>
                    <a:pt x="31" y="31"/>
                    <a:pt x="30" y="30"/>
                    <a:pt x="29" y="30"/>
                  </a:cubicBezTo>
                  <a:cubicBezTo>
                    <a:pt x="26" y="29"/>
                    <a:pt x="23" y="28"/>
                    <a:pt x="21" y="28"/>
                  </a:cubicBezTo>
                  <a:cubicBezTo>
                    <a:pt x="19" y="28"/>
                    <a:pt x="18" y="28"/>
                    <a:pt x="16" y="27"/>
                  </a:cubicBezTo>
                  <a:cubicBezTo>
                    <a:pt x="15" y="27"/>
                    <a:pt x="14" y="27"/>
                    <a:pt x="12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1" y="23"/>
                    <a:pt x="13" y="23"/>
                  </a:cubicBezTo>
                  <a:cubicBezTo>
                    <a:pt x="14" y="23"/>
                    <a:pt x="15" y="23"/>
                    <a:pt x="17" y="23"/>
                  </a:cubicBezTo>
                  <a:cubicBezTo>
                    <a:pt x="18" y="24"/>
                    <a:pt x="20" y="24"/>
                    <a:pt x="21" y="24"/>
                  </a:cubicBezTo>
                  <a:cubicBezTo>
                    <a:pt x="24" y="25"/>
                    <a:pt x="27" y="25"/>
                    <a:pt x="30" y="26"/>
                  </a:cubicBezTo>
                  <a:cubicBezTo>
                    <a:pt x="31" y="26"/>
                    <a:pt x="32" y="27"/>
                    <a:pt x="34" y="27"/>
                  </a:cubicBezTo>
                  <a:cubicBezTo>
                    <a:pt x="35" y="28"/>
                    <a:pt x="37" y="28"/>
                    <a:pt x="38" y="29"/>
                  </a:cubicBezTo>
                  <a:cubicBezTo>
                    <a:pt x="40" y="30"/>
                    <a:pt x="43" y="31"/>
                    <a:pt x="46" y="33"/>
                  </a:cubicBezTo>
                  <a:cubicBezTo>
                    <a:pt x="48" y="34"/>
                    <a:pt x="51" y="35"/>
                    <a:pt x="53" y="37"/>
                  </a:cubicBezTo>
                  <a:cubicBezTo>
                    <a:pt x="58" y="40"/>
                    <a:pt x="63" y="43"/>
                    <a:pt x="68" y="46"/>
                  </a:cubicBezTo>
                  <a:lnTo>
                    <a:pt x="65" y="49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8" name="Freeform 87"/>
            <p:cNvSpPr/>
            <p:nvPr/>
          </p:nvSpPr>
          <p:spPr bwMode="auto">
            <a:xfrm>
              <a:off x="8755204" y="4721568"/>
              <a:ext cx="171587" cy="201868"/>
            </a:xfrm>
            <a:custGeom>
              <a:avLst/>
              <a:gdLst>
                <a:gd name="T0" fmla="*/ 8 w 49"/>
                <a:gd name="T1" fmla="*/ 52 h 58"/>
                <a:gd name="T2" fmla="*/ 10 w 49"/>
                <a:gd name="T3" fmla="*/ 18 h 58"/>
                <a:gd name="T4" fmla="*/ 41 w 49"/>
                <a:gd name="T5" fmla="*/ 5 h 58"/>
                <a:gd name="T6" fmla="*/ 39 w 49"/>
                <a:gd name="T7" fmla="*/ 39 h 58"/>
                <a:gd name="T8" fmla="*/ 8 w 49"/>
                <a:gd name="T9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58">
                  <a:moveTo>
                    <a:pt x="8" y="52"/>
                  </a:moveTo>
                  <a:cubicBezTo>
                    <a:pt x="0" y="46"/>
                    <a:pt x="1" y="31"/>
                    <a:pt x="10" y="18"/>
                  </a:cubicBezTo>
                  <a:cubicBezTo>
                    <a:pt x="19" y="6"/>
                    <a:pt x="33" y="0"/>
                    <a:pt x="41" y="5"/>
                  </a:cubicBezTo>
                  <a:cubicBezTo>
                    <a:pt x="49" y="11"/>
                    <a:pt x="48" y="26"/>
                    <a:pt x="39" y="39"/>
                  </a:cubicBezTo>
                  <a:cubicBezTo>
                    <a:pt x="29" y="52"/>
                    <a:pt x="16" y="58"/>
                    <a:pt x="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59" name="Freeform 88"/>
            <p:cNvSpPr/>
            <p:nvPr/>
          </p:nvSpPr>
          <p:spPr bwMode="auto">
            <a:xfrm>
              <a:off x="8997445" y="4906613"/>
              <a:ext cx="87476" cy="111027"/>
            </a:xfrm>
            <a:custGeom>
              <a:avLst/>
              <a:gdLst>
                <a:gd name="T0" fmla="*/ 2 w 25"/>
                <a:gd name="T1" fmla="*/ 30 h 32"/>
                <a:gd name="T2" fmla="*/ 7 w 25"/>
                <a:gd name="T3" fmla="*/ 13 h 32"/>
                <a:gd name="T4" fmla="*/ 22 w 25"/>
                <a:gd name="T5" fmla="*/ 2 h 32"/>
                <a:gd name="T6" fmla="*/ 17 w 25"/>
                <a:gd name="T7" fmla="*/ 20 h 32"/>
                <a:gd name="T8" fmla="*/ 2 w 25"/>
                <a:gd name="T9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2">
                  <a:moveTo>
                    <a:pt x="2" y="30"/>
                  </a:moveTo>
                  <a:cubicBezTo>
                    <a:pt x="0" y="28"/>
                    <a:pt x="2" y="20"/>
                    <a:pt x="7" y="13"/>
                  </a:cubicBezTo>
                  <a:cubicBezTo>
                    <a:pt x="13" y="5"/>
                    <a:pt x="19" y="0"/>
                    <a:pt x="22" y="2"/>
                  </a:cubicBezTo>
                  <a:cubicBezTo>
                    <a:pt x="25" y="4"/>
                    <a:pt x="23" y="12"/>
                    <a:pt x="17" y="20"/>
                  </a:cubicBezTo>
                  <a:cubicBezTo>
                    <a:pt x="12" y="27"/>
                    <a:pt x="5" y="32"/>
                    <a:pt x="2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0" name="Freeform 89"/>
            <p:cNvSpPr/>
            <p:nvPr/>
          </p:nvSpPr>
          <p:spPr bwMode="auto">
            <a:xfrm>
              <a:off x="9049594" y="4928481"/>
              <a:ext cx="282615" cy="285979"/>
            </a:xfrm>
            <a:custGeom>
              <a:avLst/>
              <a:gdLst>
                <a:gd name="T0" fmla="*/ 76 w 81"/>
                <a:gd name="T1" fmla="*/ 27 h 82"/>
                <a:gd name="T2" fmla="*/ 78 w 81"/>
                <a:gd name="T3" fmla="*/ 40 h 82"/>
                <a:gd name="T4" fmla="*/ 52 w 81"/>
                <a:gd name="T5" fmla="*/ 77 h 82"/>
                <a:gd name="T6" fmla="*/ 39 w 81"/>
                <a:gd name="T7" fmla="*/ 79 h 82"/>
                <a:gd name="T8" fmla="*/ 5 w 81"/>
                <a:gd name="T9" fmla="*/ 55 h 82"/>
                <a:gd name="T10" fmla="*/ 3 w 81"/>
                <a:gd name="T11" fmla="*/ 42 h 82"/>
                <a:gd name="T12" fmla="*/ 29 w 81"/>
                <a:gd name="T13" fmla="*/ 5 h 82"/>
                <a:gd name="T14" fmla="*/ 42 w 81"/>
                <a:gd name="T15" fmla="*/ 3 h 82"/>
                <a:gd name="T16" fmla="*/ 76 w 81"/>
                <a:gd name="T17" fmla="*/ 2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82">
                  <a:moveTo>
                    <a:pt x="76" y="27"/>
                  </a:moveTo>
                  <a:cubicBezTo>
                    <a:pt x="80" y="30"/>
                    <a:pt x="81" y="36"/>
                    <a:pt x="78" y="40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49" y="81"/>
                    <a:pt x="43" y="82"/>
                    <a:pt x="39" y="79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" y="52"/>
                    <a:pt x="0" y="47"/>
                    <a:pt x="3" y="4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2" y="1"/>
                    <a:pt x="38" y="0"/>
                    <a:pt x="42" y="3"/>
                  </a:cubicBezTo>
                  <a:lnTo>
                    <a:pt x="76" y="27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1" name="Freeform 90"/>
            <p:cNvSpPr/>
            <p:nvPr/>
          </p:nvSpPr>
          <p:spPr bwMode="auto">
            <a:xfrm>
              <a:off x="9081557" y="4965491"/>
              <a:ext cx="104298" cy="132897"/>
            </a:xfrm>
            <a:custGeom>
              <a:avLst/>
              <a:gdLst>
                <a:gd name="T0" fmla="*/ 3 w 30"/>
                <a:gd name="T1" fmla="*/ 36 h 38"/>
                <a:gd name="T2" fmla="*/ 2 w 30"/>
                <a:gd name="T3" fmla="*/ 30 h 38"/>
                <a:gd name="T4" fmla="*/ 22 w 30"/>
                <a:gd name="T5" fmla="*/ 2 h 38"/>
                <a:gd name="T6" fmla="*/ 28 w 30"/>
                <a:gd name="T7" fmla="*/ 1 h 38"/>
                <a:gd name="T8" fmla="*/ 28 w 30"/>
                <a:gd name="T9" fmla="*/ 1 h 38"/>
                <a:gd name="T10" fmla="*/ 29 w 30"/>
                <a:gd name="T11" fmla="*/ 7 h 38"/>
                <a:gd name="T12" fmla="*/ 9 w 30"/>
                <a:gd name="T13" fmla="*/ 35 h 38"/>
                <a:gd name="T14" fmla="*/ 3 w 30"/>
                <a:gd name="T15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8">
                  <a:moveTo>
                    <a:pt x="3" y="36"/>
                  </a:moveTo>
                  <a:cubicBezTo>
                    <a:pt x="1" y="35"/>
                    <a:pt x="0" y="32"/>
                    <a:pt x="2" y="3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0"/>
                    <a:pt x="26" y="0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2"/>
                    <a:pt x="30" y="5"/>
                    <a:pt x="29" y="7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7" y="37"/>
                    <a:pt x="5" y="38"/>
                    <a:pt x="3" y="36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2" name="Freeform 91"/>
            <p:cNvSpPr/>
            <p:nvPr/>
          </p:nvSpPr>
          <p:spPr bwMode="auto">
            <a:xfrm>
              <a:off x="9133705" y="5000818"/>
              <a:ext cx="114392" cy="104298"/>
            </a:xfrm>
            <a:custGeom>
              <a:avLst/>
              <a:gdLst>
                <a:gd name="T0" fmla="*/ 22 w 33"/>
                <a:gd name="T1" fmla="*/ 3 h 30"/>
                <a:gd name="T2" fmla="*/ 8 w 33"/>
                <a:gd name="T3" fmla="*/ 3 h 30"/>
                <a:gd name="T4" fmla="*/ 3 w 33"/>
                <a:gd name="T5" fmla="*/ 9 h 30"/>
                <a:gd name="T6" fmla="*/ 8 w 33"/>
                <a:gd name="T7" fmla="*/ 6 h 30"/>
                <a:gd name="T8" fmla="*/ 13 w 33"/>
                <a:gd name="T9" fmla="*/ 7 h 30"/>
                <a:gd name="T10" fmla="*/ 5 w 33"/>
                <a:gd name="T11" fmla="*/ 14 h 30"/>
                <a:gd name="T12" fmla="*/ 0 w 33"/>
                <a:gd name="T13" fmla="*/ 23 h 30"/>
                <a:gd name="T14" fmla="*/ 2 w 33"/>
                <a:gd name="T15" fmla="*/ 24 h 30"/>
                <a:gd name="T16" fmla="*/ 7 w 33"/>
                <a:gd name="T17" fmla="*/ 17 h 30"/>
                <a:gd name="T18" fmla="*/ 10 w 33"/>
                <a:gd name="T19" fmla="*/ 14 h 30"/>
                <a:gd name="T20" fmla="*/ 9 w 33"/>
                <a:gd name="T21" fmla="*/ 21 h 30"/>
                <a:gd name="T22" fmla="*/ 11 w 33"/>
                <a:gd name="T23" fmla="*/ 30 h 30"/>
                <a:gd name="T24" fmla="*/ 12 w 33"/>
                <a:gd name="T25" fmla="*/ 24 h 30"/>
                <a:gd name="T26" fmla="*/ 14 w 33"/>
                <a:gd name="T27" fmla="*/ 18 h 30"/>
                <a:gd name="T28" fmla="*/ 15 w 33"/>
                <a:gd name="T29" fmla="*/ 23 h 30"/>
                <a:gd name="T30" fmla="*/ 18 w 33"/>
                <a:gd name="T31" fmla="*/ 27 h 30"/>
                <a:gd name="T32" fmla="*/ 19 w 33"/>
                <a:gd name="T33" fmla="*/ 25 h 30"/>
                <a:gd name="T34" fmla="*/ 20 w 33"/>
                <a:gd name="T35" fmla="*/ 25 h 30"/>
                <a:gd name="T36" fmla="*/ 20 w 33"/>
                <a:gd name="T37" fmla="*/ 22 h 30"/>
                <a:gd name="T38" fmla="*/ 22 w 33"/>
                <a:gd name="T39" fmla="*/ 18 h 30"/>
                <a:gd name="T40" fmla="*/ 29 w 33"/>
                <a:gd name="T41" fmla="*/ 6 h 30"/>
                <a:gd name="T42" fmla="*/ 33 w 33"/>
                <a:gd name="T43" fmla="*/ 0 h 30"/>
                <a:gd name="T44" fmla="*/ 22 w 33"/>
                <a:gd name="T45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30">
                  <a:moveTo>
                    <a:pt x="22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9"/>
                    <a:pt x="8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5"/>
                    <a:pt x="2" y="24"/>
                  </a:cubicBezTo>
                  <a:cubicBezTo>
                    <a:pt x="4" y="23"/>
                    <a:pt x="7" y="17"/>
                    <a:pt x="7" y="17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3" y="29"/>
                    <a:pt x="12" y="24"/>
                  </a:cubicBezTo>
                  <a:cubicBezTo>
                    <a:pt x="11" y="21"/>
                    <a:pt x="14" y="18"/>
                    <a:pt x="14" y="18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7" y="27"/>
                    <a:pt x="18" y="27"/>
                  </a:cubicBezTo>
                  <a:cubicBezTo>
                    <a:pt x="19" y="27"/>
                    <a:pt x="19" y="25"/>
                    <a:pt x="19" y="25"/>
                  </a:cubicBezTo>
                  <a:cubicBezTo>
                    <a:pt x="19" y="25"/>
                    <a:pt x="20" y="26"/>
                    <a:pt x="20" y="25"/>
                  </a:cubicBezTo>
                  <a:cubicBezTo>
                    <a:pt x="21" y="24"/>
                    <a:pt x="20" y="22"/>
                    <a:pt x="20" y="22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31" y="12"/>
                    <a:pt x="29" y="6"/>
                  </a:cubicBezTo>
                  <a:cubicBezTo>
                    <a:pt x="29" y="5"/>
                    <a:pt x="33" y="0"/>
                    <a:pt x="33" y="0"/>
                  </a:cubicBezTo>
                  <a:lnTo>
                    <a:pt x="22" y="3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3" name="Freeform 92"/>
            <p:cNvSpPr/>
            <p:nvPr/>
          </p:nvSpPr>
          <p:spPr bwMode="auto">
            <a:xfrm>
              <a:off x="9202677" y="4406990"/>
              <a:ext cx="388596" cy="639247"/>
            </a:xfrm>
            <a:custGeom>
              <a:avLst/>
              <a:gdLst>
                <a:gd name="T0" fmla="*/ 0 w 111"/>
                <a:gd name="T1" fmla="*/ 172 h 183"/>
                <a:gd name="T2" fmla="*/ 61 w 111"/>
                <a:gd name="T3" fmla="*/ 106 h 183"/>
                <a:gd name="T4" fmla="*/ 75 w 111"/>
                <a:gd name="T5" fmla="*/ 23 h 183"/>
                <a:gd name="T6" fmla="*/ 109 w 111"/>
                <a:gd name="T7" fmla="*/ 24 h 183"/>
                <a:gd name="T8" fmla="*/ 84 w 111"/>
                <a:gd name="T9" fmla="*/ 122 h 183"/>
                <a:gd name="T10" fmla="*/ 11 w 111"/>
                <a:gd name="T11" fmla="*/ 183 h 183"/>
                <a:gd name="T12" fmla="*/ 0 w 111"/>
                <a:gd name="T13" fmla="*/ 17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83">
                  <a:moveTo>
                    <a:pt x="0" y="172"/>
                  </a:moveTo>
                  <a:cubicBezTo>
                    <a:pt x="61" y="106"/>
                    <a:pt x="61" y="106"/>
                    <a:pt x="61" y="106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107" y="0"/>
                    <a:pt x="109" y="24"/>
                  </a:cubicBezTo>
                  <a:cubicBezTo>
                    <a:pt x="111" y="48"/>
                    <a:pt x="84" y="122"/>
                    <a:pt x="84" y="122"/>
                  </a:cubicBezTo>
                  <a:cubicBezTo>
                    <a:pt x="11" y="183"/>
                    <a:pt x="11" y="183"/>
                    <a:pt x="11" y="183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4" name="Freeform 93"/>
            <p:cNvSpPr/>
            <p:nvPr/>
          </p:nvSpPr>
          <p:spPr bwMode="auto">
            <a:xfrm>
              <a:off x="8807353" y="5175770"/>
              <a:ext cx="119439" cy="100934"/>
            </a:xfrm>
            <a:custGeom>
              <a:avLst/>
              <a:gdLst>
                <a:gd name="T0" fmla="*/ 11 w 34"/>
                <a:gd name="T1" fmla="*/ 2 h 29"/>
                <a:gd name="T2" fmla="*/ 24 w 34"/>
                <a:gd name="T3" fmla="*/ 2 h 29"/>
                <a:gd name="T4" fmla="*/ 30 w 34"/>
                <a:gd name="T5" fmla="*/ 7 h 29"/>
                <a:gd name="T6" fmla="*/ 25 w 34"/>
                <a:gd name="T7" fmla="*/ 5 h 29"/>
                <a:gd name="T8" fmla="*/ 20 w 34"/>
                <a:gd name="T9" fmla="*/ 6 h 29"/>
                <a:gd name="T10" fmla="*/ 28 w 34"/>
                <a:gd name="T11" fmla="*/ 13 h 29"/>
                <a:gd name="T12" fmla="*/ 34 w 34"/>
                <a:gd name="T13" fmla="*/ 21 h 29"/>
                <a:gd name="T14" fmla="*/ 32 w 34"/>
                <a:gd name="T15" fmla="*/ 22 h 29"/>
                <a:gd name="T16" fmla="*/ 27 w 34"/>
                <a:gd name="T17" fmla="*/ 16 h 29"/>
                <a:gd name="T18" fmla="*/ 23 w 34"/>
                <a:gd name="T19" fmla="*/ 13 h 29"/>
                <a:gd name="T20" fmla="*/ 25 w 34"/>
                <a:gd name="T21" fmla="*/ 19 h 29"/>
                <a:gd name="T22" fmla="*/ 24 w 34"/>
                <a:gd name="T23" fmla="*/ 29 h 29"/>
                <a:gd name="T24" fmla="*/ 22 w 34"/>
                <a:gd name="T25" fmla="*/ 23 h 29"/>
                <a:gd name="T26" fmla="*/ 19 w 34"/>
                <a:gd name="T27" fmla="*/ 17 h 29"/>
                <a:gd name="T28" fmla="*/ 19 w 34"/>
                <a:gd name="T29" fmla="*/ 23 h 29"/>
                <a:gd name="T30" fmla="*/ 16 w 34"/>
                <a:gd name="T31" fmla="*/ 26 h 29"/>
                <a:gd name="T32" fmla="*/ 15 w 34"/>
                <a:gd name="T33" fmla="*/ 24 h 29"/>
                <a:gd name="T34" fmla="*/ 14 w 34"/>
                <a:gd name="T35" fmla="*/ 25 h 29"/>
                <a:gd name="T36" fmla="*/ 14 w 34"/>
                <a:gd name="T37" fmla="*/ 21 h 29"/>
                <a:gd name="T38" fmla="*/ 11 w 34"/>
                <a:gd name="T39" fmla="*/ 18 h 29"/>
                <a:gd name="T40" fmla="*/ 4 w 34"/>
                <a:gd name="T41" fmla="*/ 7 h 29"/>
                <a:gd name="T42" fmla="*/ 0 w 34"/>
                <a:gd name="T43" fmla="*/ 0 h 29"/>
                <a:gd name="T44" fmla="*/ 11 w 34"/>
                <a:gd name="T45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29">
                  <a:moveTo>
                    <a:pt x="11" y="2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29" y="8"/>
                    <a:pt x="25" y="5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1"/>
                    <a:pt x="34" y="23"/>
                    <a:pt x="32" y="22"/>
                  </a:cubicBezTo>
                  <a:cubicBezTo>
                    <a:pt x="30" y="21"/>
                    <a:pt x="27" y="16"/>
                    <a:pt x="27" y="16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1" y="28"/>
                    <a:pt x="22" y="23"/>
                  </a:cubicBezTo>
                  <a:cubicBezTo>
                    <a:pt x="23" y="20"/>
                    <a:pt x="19" y="17"/>
                    <a:pt x="19" y="17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7" y="27"/>
                    <a:pt x="16" y="26"/>
                  </a:cubicBezTo>
                  <a:cubicBezTo>
                    <a:pt x="15" y="26"/>
                    <a:pt x="15" y="24"/>
                    <a:pt x="15" y="24"/>
                  </a:cubicBezTo>
                  <a:cubicBezTo>
                    <a:pt x="15" y="24"/>
                    <a:pt x="15" y="25"/>
                    <a:pt x="14" y="25"/>
                  </a:cubicBezTo>
                  <a:cubicBezTo>
                    <a:pt x="13" y="24"/>
                    <a:pt x="14" y="21"/>
                    <a:pt x="14" y="2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2" y="13"/>
                    <a:pt x="4" y="7"/>
                  </a:cubicBezTo>
                  <a:cubicBezTo>
                    <a:pt x="4" y="5"/>
                    <a:pt x="0" y="0"/>
                    <a:pt x="0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5" name="Freeform 94"/>
            <p:cNvSpPr/>
            <p:nvPr/>
          </p:nvSpPr>
          <p:spPr bwMode="auto">
            <a:xfrm>
              <a:off x="7872033" y="5088294"/>
              <a:ext cx="1117001" cy="945413"/>
            </a:xfrm>
            <a:custGeom>
              <a:avLst/>
              <a:gdLst>
                <a:gd name="T0" fmla="*/ 182 w 320"/>
                <a:gd name="T1" fmla="*/ 0 h 271"/>
                <a:gd name="T2" fmla="*/ 229 w 320"/>
                <a:gd name="T3" fmla="*/ 62 h 271"/>
                <a:gd name="T4" fmla="*/ 277 w 320"/>
                <a:gd name="T5" fmla="*/ 220 h 271"/>
                <a:gd name="T6" fmla="*/ 315 w 320"/>
                <a:gd name="T7" fmla="*/ 251 h 271"/>
                <a:gd name="T8" fmla="*/ 248 w 320"/>
                <a:gd name="T9" fmla="*/ 239 h 271"/>
                <a:gd name="T10" fmla="*/ 213 w 320"/>
                <a:gd name="T11" fmla="*/ 105 h 271"/>
                <a:gd name="T12" fmla="*/ 149 w 320"/>
                <a:gd name="T13" fmla="*/ 62 h 271"/>
                <a:gd name="T14" fmla="*/ 110 w 320"/>
                <a:gd name="T15" fmla="*/ 170 h 271"/>
                <a:gd name="T16" fmla="*/ 33 w 320"/>
                <a:gd name="T17" fmla="*/ 236 h 271"/>
                <a:gd name="T18" fmla="*/ 44 w 320"/>
                <a:gd name="T19" fmla="*/ 271 h 271"/>
                <a:gd name="T20" fmla="*/ 0 w 320"/>
                <a:gd name="T21" fmla="*/ 242 h 271"/>
                <a:gd name="T22" fmla="*/ 73 w 320"/>
                <a:gd name="T23" fmla="*/ 158 h 271"/>
                <a:gd name="T24" fmla="*/ 99 w 320"/>
                <a:gd name="T25" fmla="*/ 8 h 271"/>
                <a:gd name="T26" fmla="*/ 182 w 320"/>
                <a:gd name="T2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0" h="271">
                  <a:moveTo>
                    <a:pt x="182" y="0"/>
                  </a:moveTo>
                  <a:cubicBezTo>
                    <a:pt x="182" y="0"/>
                    <a:pt x="203" y="41"/>
                    <a:pt x="229" y="62"/>
                  </a:cubicBezTo>
                  <a:cubicBezTo>
                    <a:pt x="256" y="84"/>
                    <a:pt x="277" y="220"/>
                    <a:pt x="277" y="220"/>
                  </a:cubicBezTo>
                  <a:cubicBezTo>
                    <a:pt x="277" y="220"/>
                    <a:pt x="320" y="233"/>
                    <a:pt x="315" y="251"/>
                  </a:cubicBezTo>
                  <a:cubicBezTo>
                    <a:pt x="315" y="251"/>
                    <a:pt x="293" y="263"/>
                    <a:pt x="248" y="239"/>
                  </a:cubicBezTo>
                  <a:cubicBezTo>
                    <a:pt x="248" y="239"/>
                    <a:pt x="238" y="125"/>
                    <a:pt x="213" y="105"/>
                  </a:cubicBezTo>
                  <a:cubicBezTo>
                    <a:pt x="189" y="84"/>
                    <a:pt x="149" y="62"/>
                    <a:pt x="149" y="62"/>
                  </a:cubicBezTo>
                  <a:cubicBezTo>
                    <a:pt x="110" y="170"/>
                    <a:pt x="110" y="170"/>
                    <a:pt x="110" y="170"/>
                  </a:cubicBezTo>
                  <a:cubicBezTo>
                    <a:pt x="33" y="236"/>
                    <a:pt x="33" y="236"/>
                    <a:pt x="33" y="236"/>
                  </a:cubicBezTo>
                  <a:cubicBezTo>
                    <a:pt x="33" y="236"/>
                    <a:pt x="73" y="263"/>
                    <a:pt x="44" y="271"/>
                  </a:cubicBezTo>
                  <a:cubicBezTo>
                    <a:pt x="44" y="271"/>
                    <a:pt x="3" y="262"/>
                    <a:pt x="0" y="242"/>
                  </a:cubicBezTo>
                  <a:cubicBezTo>
                    <a:pt x="73" y="158"/>
                    <a:pt x="73" y="158"/>
                    <a:pt x="73" y="158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6" name="Freeform 95"/>
            <p:cNvSpPr/>
            <p:nvPr/>
          </p:nvSpPr>
          <p:spPr bwMode="auto">
            <a:xfrm>
              <a:off x="8105863" y="4565120"/>
              <a:ext cx="762051" cy="669528"/>
            </a:xfrm>
            <a:custGeom>
              <a:avLst/>
              <a:gdLst>
                <a:gd name="T0" fmla="*/ 17 w 218"/>
                <a:gd name="T1" fmla="*/ 19 h 192"/>
                <a:gd name="T2" fmla="*/ 43 w 218"/>
                <a:gd name="T3" fmla="*/ 5 h 192"/>
                <a:gd name="T4" fmla="*/ 122 w 218"/>
                <a:gd name="T5" fmla="*/ 14 h 192"/>
                <a:gd name="T6" fmla="*/ 169 w 218"/>
                <a:gd name="T7" fmla="*/ 115 h 192"/>
                <a:gd name="T8" fmla="*/ 218 w 218"/>
                <a:gd name="T9" fmla="*/ 177 h 192"/>
                <a:gd name="T10" fmla="*/ 205 w 218"/>
                <a:gd name="T11" fmla="*/ 192 h 192"/>
                <a:gd name="T12" fmla="*/ 146 w 218"/>
                <a:gd name="T13" fmla="*/ 130 h 192"/>
                <a:gd name="T14" fmla="*/ 117 w 218"/>
                <a:gd name="T15" fmla="*/ 67 h 192"/>
                <a:gd name="T16" fmla="*/ 115 w 218"/>
                <a:gd name="T17" fmla="*/ 150 h 192"/>
                <a:gd name="T18" fmla="*/ 32 w 218"/>
                <a:gd name="T19" fmla="*/ 158 h 192"/>
                <a:gd name="T20" fmla="*/ 17 w 218"/>
                <a:gd name="T21" fmla="*/ 1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8" h="192">
                  <a:moveTo>
                    <a:pt x="17" y="19"/>
                  </a:moveTo>
                  <a:cubicBezTo>
                    <a:pt x="17" y="19"/>
                    <a:pt x="26" y="5"/>
                    <a:pt x="43" y="5"/>
                  </a:cubicBezTo>
                  <a:cubicBezTo>
                    <a:pt x="61" y="5"/>
                    <a:pt x="105" y="0"/>
                    <a:pt x="122" y="14"/>
                  </a:cubicBezTo>
                  <a:cubicBezTo>
                    <a:pt x="142" y="31"/>
                    <a:pt x="169" y="115"/>
                    <a:pt x="169" y="115"/>
                  </a:cubicBezTo>
                  <a:cubicBezTo>
                    <a:pt x="218" y="177"/>
                    <a:pt x="218" y="177"/>
                    <a:pt x="218" y="177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17" y="67"/>
                    <a:pt x="117" y="67"/>
                    <a:pt x="117" y="67"/>
                  </a:cubicBezTo>
                  <a:cubicBezTo>
                    <a:pt x="117" y="67"/>
                    <a:pt x="109" y="108"/>
                    <a:pt x="115" y="150"/>
                  </a:cubicBezTo>
                  <a:cubicBezTo>
                    <a:pt x="115" y="150"/>
                    <a:pt x="69" y="173"/>
                    <a:pt x="32" y="158"/>
                  </a:cubicBezTo>
                  <a:cubicBezTo>
                    <a:pt x="32" y="158"/>
                    <a:pt x="0" y="43"/>
                    <a:pt x="17" y="19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7" name="Freeform 96"/>
            <p:cNvSpPr/>
            <p:nvPr/>
          </p:nvSpPr>
          <p:spPr bwMode="auto">
            <a:xfrm>
              <a:off x="8319506" y="4516336"/>
              <a:ext cx="142990" cy="185045"/>
            </a:xfrm>
            <a:custGeom>
              <a:avLst/>
              <a:gdLst>
                <a:gd name="T0" fmla="*/ 35 w 85"/>
                <a:gd name="T1" fmla="*/ 0 h 110"/>
                <a:gd name="T2" fmla="*/ 0 w 85"/>
                <a:gd name="T3" fmla="*/ 52 h 110"/>
                <a:gd name="T4" fmla="*/ 31 w 85"/>
                <a:gd name="T5" fmla="*/ 110 h 110"/>
                <a:gd name="T6" fmla="*/ 85 w 85"/>
                <a:gd name="T7" fmla="*/ 74 h 110"/>
                <a:gd name="T8" fmla="*/ 35 w 85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10">
                  <a:moveTo>
                    <a:pt x="35" y="0"/>
                  </a:moveTo>
                  <a:lnTo>
                    <a:pt x="0" y="52"/>
                  </a:lnTo>
                  <a:lnTo>
                    <a:pt x="31" y="110"/>
                  </a:lnTo>
                  <a:lnTo>
                    <a:pt x="85" y="7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8" name="Freeform 97"/>
            <p:cNvSpPr/>
            <p:nvPr/>
          </p:nvSpPr>
          <p:spPr bwMode="auto">
            <a:xfrm>
              <a:off x="8349786" y="4698016"/>
              <a:ext cx="87476" cy="422240"/>
            </a:xfrm>
            <a:custGeom>
              <a:avLst/>
              <a:gdLst>
                <a:gd name="T0" fmla="*/ 0 w 52"/>
                <a:gd name="T1" fmla="*/ 0 h 251"/>
                <a:gd name="T2" fmla="*/ 15 w 52"/>
                <a:gd name="T3" fmla="*/ 35 h 251"/>
                <a:gd name="T4" fmla="*/ 2 w 52"/>
                <a:gd name="T5" fmla="*/ 222 h 251"/>
                <a:gd name="T6" fmla="*/ 29 w 52"/>
                <a:gd name="T7" fmla="*/ 251 h 251"/>
                <a:gd name="T8" fmla="*/ 52 w 52"/>
                <a:gd name="T9" fmla="*/ 209 h 251"/>
                <a:gd name="T10" fmla="*/ 29 w 52"/>
                <a:gd name="T11" fmla="*/ 33 h 251"/>
                <a:gd name="T12" fmla="*/ 38 w 52"/>
                <a:gd name="T13" fmla="*/ 6 h 251"/>
                <a:gd name="T14" fmla="*/ 0 w 52"/>
                <a:gd name="T15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51">
                  <a:moveTo>
                    <a:pt x="0" y="0"/>
                  </a:moveTo>
                  <a:lnTo>
                    <a:pt x="15" y="35"/>
                  </a:lnTo>
                  <a:lnTo>
                    <a:pt x="2" y="222"/>
                  </a:lnTo>
                  <a:lnTo>
                    <a:pt x="29" y="251"/>
                  </a:lnTo>
                  <a:lnTo>
                    <a:pt x="52" y="209"/>
                  </a:lnTo>
                  <a:lnTo>
                    <a:pt x="29" y="33"/>
                  </a:lnTo>
                  <a:lnTo>
                    <a:pt x="3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69" name="Freeform 98"/>
            <p:cNvSpPr/>
            <p:nvPr/>
          </p:nvSpPr>
          <p:spPr bwMode="auto">
            <a:xfrm>
              <a:off x="8280815" y="4565120"/>
              <a:ext cx="163177" cy="178316"/>
            </a:xfrm>
            <a:custGeom>
              <a:avLst/>
              <a:gdLst>
                <a:gd name="T0" fmla="*/ 58 w 97"/>
                <a:gd name="T1" fmla="*/ 83 h 106"/>
                <a:gd name="T2" fmla="*/ 33 w 97"/>
                <a:gd name="T3" fmla="*/ 99 h 106"/>
                <a:gd name="T4" fmla="*/ 0 w 97"/>
                <a:gd name="T5" fmla="*/ 8 h 106"/>
                <a:gd name="T6" fmla="*/ 35 w 97"/>
                <a:gd name="T7" fmla="*/ 0 h 106"/>
                <a:gd name="T8" fmla="*/ 58 w 97"/>
                <a:gd name="T9" fmla="*/ 77 h 106"/>
                <a:gd name="T10" fmla="*/ 97 w 97"/>
                <a:gd name="T11" fmla="*/ 35 h 106"/>
                <a:gd name="T12" fmla="*/ 83 w 97"/>
                <a:gd name="T13" fmla="*/ 106 h 106"/>
                <a:gd name="T14" fmla="*/ 58 w 97"/>
                <a:gd name="T15" fmla="*/ 8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106">
                  <a:moveTo>
                    <a:pt x="58" y="83"/>
                  </a:moveTo>
                  <a:lnTo>
                    <a:pt x="33" y="99"/>
                  </a:lnTo>
                  <a:lnTo>
                    <a:pt x="0" y="8"/>
                  </a:lnTo>
                  <a:lnTo>
                    <a:pt x="35" y="0"/>
                  </a:lnTo>
                  <a:lnTo>
                    <a:pt x="58" y="77"/>
                  </a:lnTo>
                  <a:lnTo>
                    <a:pt x="97" y="35"/>
                  </a:lnTo>
                  <a:lnTo>
                    <a:pt x="83" y="106"/>
                  </a:lnTo>
                  <a:lnTo>
                    <a:pt x="58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0" name="Freeform 99"/>
            <p:cNvSpPr/>
            <p:nvPr/>
          </p:nvSpPr>
          <p:spPr bwMode="auto">
            <a:xfrm>
              <a:off x="8336328" y="4400261"/>
              <a:ext cx="213644" cy="289344"/>
            </a:xfrm>
            <a:custGeom>
              <a:avLst/>
              <a:gdLst>
                <a:gd name="T0" fmla="*/ 29 w 61"/>
                <a:gd name="T1" fmla="*/ 83 h 83"/>
                <a:gd name="T2" fmla="*/ 2 w 61"/>
                <a:gd name="T3" fmla="*/ 40 h 83"/>
                <a:gd name="T4" fmla="*/ 41 w 61"/>
                <a:gd name="T5" fmla="*/ 11 h 83"/>
                <a:gd name="T6" fmla="*/ 57 w 61"/>
                <a:gd name="T7" fmla="*/ 54 h 83"/>
                <a:gd name="T8" fmla="*/ 29 w 6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83">
                  <a:moveTo>
                    <a:pt x="29" y="83"/>
                  </a:moveTo>
                  <a:cubicBezTo>
                    <a:pt x="18" y="83"/>
                    <a:pt x="0" y="59"/>
                    <a:pt x="2" y="40"/>
                  </a:cubicBezTo>
                  <a:cubicBezTo>
                    <a:pt x="5" y="21"/>
                    <a:pt x="14" y="0"/>
                    <a:pt x="41" y="11"/>
                  </a:cubicBezTo>
                  <a:cubicBezTo>
                    <a:pt x="61" y="18"/>
                    <a:pt x="61" y="42"/>
                    <a:pt x="57" y="54"/>
                  </a:cubicBezTo>
                  <a:cubicBezTo>
                    <a:pt x="54" y="66"/>
                    <a:pt x="43" y="82"/>
                    <a:pt x="29" y="83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1" name="Freeform 100"/>
            <p:cNvSpPr/>
            <p:nvPr/>
          </p:nvSpPr>
          <p:spPr bwMode="auto">
            <a:xfrm>
              <a:off x="8322870" y="4406990"/>
              <a:ext cx="237195" cy="206915"/>
            </a:xfrm>
            <a:custGeom>
              <a:avLst/>
              <a:gdLst>
                <a:gd name="T0" fmla="*/ 63 w 68"/>
                <a:gd name="T1" fmla="*/ 35 h 59"/>
                <a:gd name="T2" fmla="*/ 60 w 68"/>
                <a:gd name="T3" fmla="*/ 31 h 59"/>
                <a:gd name="T4" fmla="*/ 21 w 68"/>
                <a:gd name="T5" fmla="*/ 48 h 59"/>
                <a:gd name="T6" fmla="*/ 13 w 68"/>
                <a:gd name="T7" fmla="*/ 41 h 59"/>
                <a:gd name="T8" fmla="*/ 11 w 68"/>
                <a:gd name="T9" fmla="*/ 59 h 59"/>
                <a:gd name="T10" fmla="*/ 5 w 68"/>
                <a:gd name="T11" fmla="*/ 45 h 59"/>
                <a:gd name="T12" fmla="*/ 27 w 68"/>
                <a:gd name="T13" fmla="*/ 3 h 59"/>
                <a:gd name="T14" fmla="*/ 63 w 68"/>
                <a:gd name="T15" fmla="*/ 3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9">
                  <a:moveTo>
                    <a:pt x="63" y="35"/>
                  </a:moveTo>
                  <a:cubicBezTo>
                    <a:pt x="60" y="31"/>
                    <a:pt x="60" y="31"/>
                    <a:pt x="60" y="31"/>
                  </a:cubicBezTo>
                  <a:cubicBezTo>
                    <a:pt x="53" y="53"/>
                    <a:pt x="29" y="27"/>
                    <a:pt x="21" y="48"/>
                  </a:cubicBezTo>
                  <a:cubicBezTo>
                    <a:pt x="21" y="48"/>
                    <a:pt x="17" y="35"/>
                    <a:pt x="13" y="41"/>
                  </a:cubicBezTo>
                  <a:cubicBezTo>
                    <a:pt x="9" y="46"/>
                    <a:pt x="11" y="59"/>
                    <a:pt x="11" y="59"/>
                  </a:cubicBezTo>
                  <a:cubicBezTo>
                    <a:pt x="11" y="59"/>
                    <a:pt x="4" y="52"/>
                    <a:pt x="5" y="45"/>
                  </a:cubicBezTo>
                  <a:cubicBezTo>
                    <a:pt x="6" y="38"/>
                    <a:pt x="0" y="6"/>
                    <a:pt x="27" y="3"/>
                  </a:cubicBezTo>
                  <a:cubicBezTo>
                    <a:pt x="54" y="0"/>
                    <a:pt x="68" y="13"/>
                    <a:pt x="63" y="3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2" name="Freeform 101"/>
            <p:cNvSpPr/>
            <p:nvPr/>
          </p:nvSpPr>
          <p:spPr bwMode="auto">
            <a:xfrm>
              <a:off x="8364927" y="5133714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6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5" y="15"/>
                    <a:pt x="17" y="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3" name="Freeform 102"/>
            <p:cNvSpPr/>
            <p:nvPr/>
          </p:nvSpPr>
          <p:spPr bwMode="auto">
            <a:xfrm>
              <a:off x="8255581" y="5182499"/>
              <a:ext cx="639247" cy="359997"/>
            </a:xfrm>
            <a:custGeom>
              <a:avLst/>
              <a:gdLst>
                <a:gd name="T0" fmla="*/ 0 w 380"/>
                <a:gd name="T1" fmla="*/ 31 h 214"/>
                <a:gd name="T2" fmla="*/ 150 w 380"/>
                <a:gd name="T3" fmla="*/ 214 h 214"/>
                <a:gd name="T4" fmla="*/ 380 w 380"/>
                <a:gd name="T5" fmla="*/ 166 h 214"/>
                <a:gd name="T6" fmla="*/ 214 w 380"/>
                <a:gd name="T7" fmla="*/ 0 h 214"/>
                <a:gd name="T8" fmla="*/ 0 w 380"/>
                <a:gd name="T9" fmla="*/ 3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0" h="214">
                  <a:moveTo>
                    <a:pt x="0" y="31"/>
                  </a:moveTo>
                  <a:lnTo>
                    <a:pt x="150" y="214"/>
                  </a:lnTo>
                  <a:lnTo>
                    <a:pt x="380" y="166"/>
                  </a:lnTo>
                  <a:lnTo>
                    <a:pt x="21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4" name="Freeform 103"/>
            <p:cNvSpPr/>
            <p:nvPr/>
          </p:nvSpPr>
          <p:spPr bwMode="auto">
            <a:xfrm>
              <a:off x="7954462" y="5234647"/>
              <a:ext cx="553454" cy="750275"/>
            </a:xfrm>
            <a:custGeom>
              <a:avLst/>
              <a:gdLst>
                <a:gd name="T0" fmla="*/ 329 w 329"/>
                <a:gd name="T1" fmla="*/ 183 h 446"/>
                <a:gd name="T2" fmla="*/ 115 w 329"/>
                <a:gd name="T3" fmla="*/ 446 h 446"/>
                <a:gd name="T4" fmla="*/ 0 w 329"/>
                <a:gd name="T5" fmla="*/ 295 h 446"/>
                <a:gd name="T6" fmla="*/ 179 w 329"/>
                <a:gd name="T7" fmla="*/ 0 h 446"/>
                <a:gd name="T8" fmla="*/ 329 w 329"/>
                <a:gd name="T9" fmla="*/ 183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446">
                  <a:moveTo>
                    <a:pt x="329" y="183"/>
                  </a:moveTo>
                  <a:lnTo>
                    <a:pt x="115" y="446"/>
                  </a:lnTo>
                  <a:lnTo>
                    <a:pt x="0" y="295"/>
                  </a:lnTo>
                  <a:lnTo>
                    <a:pt x="179" y="0"/>
                  </a:lnTo>
                  <a:lnTo>
                    <a:pt x="329" y="183"/>
                  </a:lnTo>
                  <a:close/>
                </a:path>
              </a:pathLst>
            </a:custGeom>
            <a:solidFill>
              <a:srgbClr val="D62D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5" name="Freeform 104"/>
            <p:cNvSpPr/>
            <p:nvPr/>
          </p:nvSpPr>
          <p:spPr bwMode="auto">
            <a:xfrm>
              <a:off x="8147918" y="5461749"/>
              <a:ext cx="746910" cy="523174"/>
            </a:xfrm>
            <a:custGeom>
              <a:avLst/>
              <a:gdLst>
                <a:gd name="T0" fmla="*/ 0 w 444"/>
                <a:gd name="T1" fmla="*/ 311 h 311"/>
                <a:gd name="T2" fmla="*/ 214 w 444"/>
                <a:gd name="T3" fmla="*/ 276 h 311"/>
                <a:gd name="T4" fmla="*/ 444 w 444"/>
                <a:gd name="T5" fmla="*/ 0 h 311"/>
                <a:gd name="T6" fmla="*/ 214 w 444"/>
                <a:gd name="T7" fmla="*/ 48 h 311"/>
                <a:gd name="T8" fmla="*/ 0 w 444"/>
                <a:gd name="T9" fmla="*/ 311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4" h="311">
                  <a:moveTo>
                    <a:pt x="0" y="311"/>
                  </a:moveTo>
                  <a:lnTo>
                    <a:pt x="214" y="276"/>
                  </a:lnTo>
                  <a:lnTo>
                    <a:pt x="444" y="0"/>
                  </a:lnTo>
                  <a:lnTo>
                    <a:pt x="214" y="48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6" name="Freeform 105"/>
            <p:cNvSpPr/>
            <p:nvPr/>
          </p:nvSpPr>
          <p:spPr bwMode="auto">
            <a:xfrm>
              <a:off x="8507916" y="5461749"/>
              <a:ext cx="719995" cy="311213"/>
            </a:xfrm>
            <a:custGeom>
              <a:avLst/>
              <a:gdLst>
                <a:gd name="T0" fmla="*/ 0 w 428"/>
                <a:gd name="T1" fmla="*/ 48 h 185"/>
                <a:gd name="T2" fmla="*/ 230 w 428"/>
                <a:gd name="T3" fmla="*/ 185 h 185"/>
                <a:gd name="T4" fmla="*/ 428 w 428"/>
                <a:gd name="T5" fmla="*/ 112 h 185"/>
                <a:gd name="T6" fmla="*/ 230 w 428"/>
                <a:gd name="T7" fmla="*/ 0 h 185"/>
                <a:gd name="T8" fmla="*/ 0 w 428"/>
                <a:gd name="T9" fmla="*/ 48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185">
                  <a:moveTo>
                    <a:pt x="0" y="48"/>
                  </a:moveTo>
                  <a:lnTo>
                    <a:pt x="230" y="185"/>
                  </a:lnTo>
                  <a:lnTo>
                    <a:pt x="428" y="112"/>
                  </a:lnTo>
                  <a:lnTo>
                    <a:pt x="230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7" name="Freeform 106"/>
            <p:cNvSpPr/>
            <p:nvPr/>
          </p:nvSpPr>
          <p:spPr bwMode="auto">
            <a:xfrm>
              <a:off x="8894829" y="5542496"/>
              <a:ext cx="385231" cy="230466"/>
            </a:xfrm>
            <a:custGeom>
              <a:avLst/>
              <a:gdLst>
                <a:gd name="T0" fmla="*/ 0 w 110"/>
                <a:gd name="T1" fmla="*/ 66 h 66"/>
                <a:gd name="T2" fmla="*/ 47 w 110"/>
                <a:gd name="T3" fmla="*/ 20 h 66"/>
                <a:gd name="T4" fmla="*/ 95 w 110"/>
                <a:gd name="T5" fmla="*/ 31 h 66"/>
                <a:gd name="T6" fmla="*/ 0 w 110"/>
                <a:gd name="T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66">
                  <a:moveTo>
                    <a:pt x="0" y="66"/>
                  </a:moveTo>
                  <a:cubicBezTo>
                    <a:pt x="0" y="66"/>
                    <a:pt x="1" y="34"/>
                    <a:pt x="47" y="20"/>
                  </a:cubicBezTo>
                  <a:cubicBezTo>
                    <a:pt x="110" y="0"/>
                    <a:pt x="95" y="31"/>
                    <a:pt x="95" y="31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8" name="Freeform 107"/>
            <p:cNvSpPr/>
            <p:nvPr/>
          </p:nvSpPr>
          <p:spPr bwMode="auto">
            <a:xfrm>
              <a:off x="8615578" y="5105116"/>
              <a:ext cx="356633" cy="356633"/>
            </a:xfrm>
            <a:custGeom>
              <a:avLst/>
              <a:gdLst>
                <a:gd name="T0" fmla="*/ 0 w 212"/>
                <a:gd name="T1" fmla="*/ 46 h 212"/>
                <a:gd name="T2" fmla="*/ 85 w 212"/>
                <a:gd name="T3" fmla="*/ 0 h 212"/>
                <a:gd name="T4" fmla="*/ 212 w 212"/>
                <a:gd name="T5" fmla="*/ 127 h 212"/>
                <a:gd name="T6" fmla="*/ 166 w 212"/>
                <a:gd name="T7" fmla="*/ 212 h 212"/>
                <a:gd name="T8" fmla="*/ 0 w 212"/>
                <a:gd name="T9" fmla="*/ 4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12">
                  <a:moveTo>
                    <a:pt x="0" y="46"/>
                  </a:moveTo>
                  <a:lnTo>
                    <a:pt x="85" y="0"/>
                  </a:lnTo>
                  <a:lnTo>
                    <a:pt x="212" y="127"/>
                  </a:lnTo>
                  <a:lnTo>
                    <a:pt x="166" y="21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79" name="Freeform 108"/>
            <p:cNvSpPr/>
            <p:nvPr/>
          </p:nvSpPr>
          <p:spPr bwMode="auto">
            <a:xfrm>
              <a:off x="8147918" y="5207732"/>
              <a:ext cx="359997" cy="334764"/>
            </a:xfrm>
            <a:custGeom>
              <a:avLst/>
              <a:gdLst>
                <a:gd name="T0" fmla="*/ 214 w 214"/>
                <a:gd name="T1" fmla="*/ 199 h 199"/>
                <a:gd name="T2" fmla="*/ 141 w 214"/>
                <a:gd name="T3" fmla="*/ 172 h 199"/>
                <a:gd name="T4" fmla="*/ 0 w 214"/>
                <a:gd name="T5" fmla="*/ 0 h 199"/>
                <a:gd name="T6" fmla="*/ 64 w 214"/>
                <a:gd name="T7" fmla="*/ 16 h 199"/>
                <a:gd name="T8" fmla="*/ 214 w 214"/>
                <a:gd name="T9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199">
                  <a:moveTo>
                    <a:pt x="214" y="199"/>
                  </a:moveTo>
                  <a:lnTo>
                    <a:pt x="141" y="172"/>
                  </a:lnTo>
                  <a:lnTo>
                    <a:pt x="0" y="0"/>
                  </a:lnTo>
                  <a:lnTo>
                    <a:pt x="64" y="16"/>
                  </a:lnTo>
                  <a:lnTo>
                    <a:pt x="214" y="199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0" name="Freeform 109"/>
            <p:cNvSpPr/>
            <p:nvPr/>
          </p:nvSpPr>
          <p:spPr bwMode="auto">
            <a:xfrm>
              <a:off x="8423804" y="5182499"/>
              <a:ext cx="471024" cy="359997"/>
            </a:xfrm>
            <a:custGeom>
              <a:avLst/>
              <a:gdLst>
                <a:gd name="T0" fmla="*/ 114 w 280"/>
                <a:gd name="T1" fmla="*/ 0 h 214"/>
                <a:gd name="T2" fmla="*/ 0 w 280"/>
                <a:gd name="T3" fmla="*/ 151 h 214"/>
                <a:gd name="T4" fmla="*/ 50 w 280"/>
                <a:gd name="T5" fmla="*/ 214 h 214"/>
                <a:gd name="T6" fmla="*/ 280 w 280"/>
                <a:gd name="T7" fmla="*/ 166 h 214"/>
                <a:gd name="T8" fmla="*/ 114 w 28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14">
                  <a:moveTo>
                    <a:pt x="114" y="0"/>
                  </a:moveTo>
                  <a:lnTo>
                    <a:pt x="0" y="151"/>
                  </a:lnTo>
                  <a:lnTo>
                    <a:pt x="50" y="214"/>
                  </a:lnTo>
                  <a:lnTo>
                    <a:pt x="280" y="166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6D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1" name="Freeform 110"/>
            <p:cNvSpPr/>
            <p:nvPr/>
          </p:nvSpPr>
          <p:spPr bwMode="auto">
            <a:xfrm>
              <a:off x="8206797" y="5248105"/>
              <a:ext cx="100934" cy="116074"/>
            </a:xfrm>
            <a:custGeom>
              <a:avLst/>
              <a:gdLst>
                <a:gd name="T0" fmla="*/ 10 w 29"/>
                <a:gd name="T1" fmla="*/ 4 h 33"/>
                <a:gd name="T2" fmla="*/ 23 w 29"/>
                <a:gd name="T3" fmla="*/ 7 h 33"/>
                <a:gd name="T4" fmla="*/ 28 w 29"/>
                <a:gd name="T5" fmla="*/ 13 h 33"/>
                <a:gd name="T6" fmla="*/ 23 w 29"/>
                <a:gd name="T7" fmla="*/ 10 h 33"/>
                <a:gd name="T8" fmla="*/ 18 w 29"/>
                <a:gd name="T9" fmla="*/ 10 h 33"/>
                <a:gd name="T10" fmla="*/ 25 w 29"/>
                <a:gd name="T11" fmla="*/ 18 h 33"/>
                <a:gd name="T12" fmla="*/ 29 w 29"/>
                <a:gd name="T13" fmla="*/ 28 h 33"/>
                <a:gd name="T14" fmla="*/ 27 w 29"/>
                <a:gd name="T15" fmla="*/ 28 h 33"/>
                <a:gd name="T16" fmla="*/ 23 w 29"/>
                <a:gd name="T17" fmla="*/ 21 h 33"/>
                <a:gd name="T18" fmla="*/ 20 w 29"/>
                <a:gd name="T19" fmla="*/ 18 h 33"/>
                <a:gd name="T20" fmla="*/ 21 w 29"/>
                <a:gd name="T21" fmla="*/ 24 h 33"/>
                <a:gd name="T22" fmla="*/ 18 w 29"/>
                <a:gd name="T23" fmla="*/ 33 h 33"/>
                <a:gd name="T24" fmla="*/ 17 w 29"/>
                <a:gd name="T25" fmla="*/ 27 h 33"/>
                <a:gd name="T26" fmla="*/ 16 w 29"/>
                <a:gd name="T27" fmla="*/ 21 h 33"/>
                <a:gd name="T28" fmla="*/ 14 w 29"/>
                <a:gd name="T29" fmla="*/ 26 h 33"/>
                <a:gd name="T30" fmla="*/ 10 w 29"/>
                <a:gd name="T31" fmla="*/ 29 h 33"/>
                <a:gd name="T32" fmla="*/ 10 w 29"/>
                <a:gd name="T33" fmla="*/ 27 h 33"/>
                <a:gd name="T34" fmla="*/ 9 w 29"/>
                <a:gd name="T35" fmla="*/ 27 h 33"/>
                <a:gd name="T36" fmla="*/ 9 w 29"/>
                <a:gd name="T37" fmla="*/ 24 h 33"/>
                <a:gd name="T38" fmla="*/ 8 w 29"/>
                <a:gd name="T39" fmla="*/ 19 h 33"/>
                <a:gd name="T40" fmla="*/ 2 w 29"/>
                <a:gd name="T41" fmla="*/ 7 h 33"/>
                <a:gd name="T42" fmla="*/ 0 w 29"/>
                <a:gd name="T43" fmla="*/ 0 h 33"/>
                <a:gd name="T44" fmla="*/ 10 w 29"/>
                <a:gd name="T45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" h="33">
                  <a:moveTo>
                    <a:pt x="10" y="4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4"/>
                    <a:pt x="23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8"/>
                    <a:pt x="28" y="30"/>
                    <a:pt x="27" y="28"/>
                  </a:cubicBezTo>
                  <a:cubicBezTo>
                    <a:pt x="25" y="27"/>
                    <a:pt x="23" y="21"/>
                    <a:pt x="23" y="21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5" y="32"/>
                    <a:pt x="17" y="27"/>
                  </a:cubicBezTo>
                  <a:cubicBezTo>
                    <a:pt x="18" y="24"/>
                    <a:pt x="16" y="21"/>
                    <a:pt x="16" y="21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2" y="30"/>
                    <a:pt x="10" y="29"/>
                  </a:cubicBezTo>
                  <a:cubicBezTo>
                    <a:pt x="9" y="29"/>
                    <a:pt x="10" y="27"/>
                    <a:pt x="10" y="27"/>
                  </a:cubicBezTo>
                  <a:cubicBezTo>
                    <a:pt x="10" y="27"/>
                    <a:pt x="9" y="28"/>
                    <a:pt x="9" y="27"/>
                  </a:cubicBezTo>
                  <a:cubicBezTo>
                    <a:pt x="8" y="26"/>
                    <a:pt x="9" y="24"/>
                    <a:pt x="9" y="24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0" y="13"/>
                    <a:pt x="2" y="7"/>
                  </a:cubicBezTo>
                  <a:cubicBezTo>
                    <a:pt x="3" y="5"/>
                    <a:pt x="0" y="0"/>
                    <a:pt x="0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2" name="Freeform 111"/>
            <p:cNvSpPr/>
            <p:nvPr/>
          </p:nvSpPr>
          <p:spPr bwMode="auto">
            <a:xfrm>
              <a:off x="8126050" y="4533158"/>
              <a:ext cx="151401" cy="743546"/>
            </a:xfrm>
            <a:custGeom>
              <a:avLst/>
              <a:gdLst>
                <a:gd name="T0" fmla="*/ 42 w 43"/>
                <a:gd name="T1" fmla="*/ 41 h 213"/>
                <a:gd name="T2" fmla="*/ 30 w 43"/>
                <a:gd name="T3" fmla="*/ 121 h 213"/>
                <a:gd name="T4" fmla="*/ 37 w 43"/>
                <a:gd name="T5" fmla="*/ 208 h 213"/>
                <a:gd name="T6" fmla="*/ 22 w 43"/>
                <a:gd name="T7" fmla="*/ 213 h 213"/>
                <a:gd name="T8" fmla="*/ 0 w 43"/>
                <a:gd name="T9" fmla="*/ 126 h 213"/>
                <a:gd name="T10" fmla="*/ 6 w 43"/>
                <a:gd name="T11" fmla="*/ 37 h 213"/>
                <a:gd name="T12" fmla="*/ 42 w 43"/>
                <a:gd name="T13" fmla="*/ 4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13">
                  <a:moveTo>
                    <a:pt x="42" y="41"/>
                  </a:moveTo>
                  <a:cubicBezTo>
                    <a:pt x="43" y="57"/>
                    <a:pt x="30" y="121"/>
                    <a:pt x="30" y="121"/>
                  </a:cubicBezTo>
                  <a:cubicBezTo>
                    <a:pt x="37" y="208"/>
                    <a:pt x="37" y="208"/>
                    <a:pt x="37" y="208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6"/>
                    <a:pt x="2" y="58"/>
                    <a:pt x="6" y="37"/>
                  </a:cubicBezTo>
                  <a:cubicBezTo>
                    <a:pt x="8" y="27"/>
                    <a:pt x="40" y="0"/>
                    <a:pt x="42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3" name="Freeform 112"/>
            <p:cNvSpPr/>
            <p:nvPr/>
          </p:nvSpPr>
          <p:spPr bwMode="auto">
            <a:xfrm>
              <a:off x="10191829" y="4127740"/>
              <a:ext cx="80747" cy="223737"/>
            </a:xfrm>
            <a:custGeom>
              <a:avLst/>
              <a:gdLst>
                <a:gd name="T0" fmla="*/ 10 w 23"/>
                <a:gd name="T1" fmla="*/ 50 h 64"/>
                <a:gd name="T2" fmla="*/ 2 w 23"/>
                <a:gd name="T3" fmla="*/ 43 h 64"/>
                <a:gd name="T4" fmla="*/ 8 w 23"/>
                <a:gd name="T5" fmla="*/ 0 h 64"/>
                <a:gd name="T6" fmla="*/ 15 w 23"/>
                <a:gd name="T7" fmla="*/ 17 h 64"/>
                <a:gd name="T8" fmla="*/ 16 w 23"/>
                <a:gd name="T9" fmla="*/ 39 h 64"/>
                <a:gd name="T10" fmla="*/ 23 w 23"/>
                <a:gd name="T11" fmla="*/ 64 h 64"/>
                <a:gd name="T12" fmla="*/ 10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0" y="50"/>
                  </a:moveTo>
                  <a:cubicBezTo>
                    <a:pt x="10" y="50"/>
                    <a:pt x="3" y="46"/>
                    <a:pt x="2" y="43"/>
                  </a:cubicBezTo>
                  <a:cubicBezTo>
                    <a:pt x="0" y="33"/>
                    <a:pt x="8" y="0"/>
                    <a:pt x="8" y="0"/>
                  </a:cubicBezTo>
                  <a:cubicBezTo>
                    <a:pt x="8" y="0"/>
                    <a:pt x="11" y="13"/>
                    <a:pt x="15" y="17"/>
                  </a:cubicBezTo>
                  <a:cubicBezTo>
                    <a:pt x="19" y="22"/>
                    <a:pt x="14" y="35"/>
                    <a:pt x="16" y="39"/>
                  </a:cubicBezTo>
                  <a:cubicBezTo>
                    <a:pt x="19" y="43"/>
                    <a:pt x="23" y="64"/>
                    <a:pt x="23" y="64"/>
                  </a:cubicBezTo>
                  <a:lnTo>
                    <a:pt x="10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4" name="Freeform 113"/>
            <p:cNvSpPr/>
            <p:nvPr/>
          </p:nvSpPr>
          <p:spPr bwMode="auto">
            <a:xfrm>
              <a:off x="9818374" y="4082320"/>
              <a:ext cx="255699" cy="269157"/>
            </a:xfrm>
            <a:custGeom>
              <a:avLst/>
              <a:gdLst>
                <a:gd name="T0" fmla="*/ 5 w 73"/>
                <a:gd name="T1" fmla="*/ 37 h 77"/>
                <a:gd name="T2" fmla="*/ 32 w 73"/>
                <a:gd name="T3" fmla="*/ 60 h 77"/>
                <a:gd name="T4" fmla="*/ 36 w 73"/>
                <a:gd name="T5" fmla="*/ 77 h 77"/>
                <a:gd name="T6" fmla="*/ 60 w 73"/>
                <a:gd name="T7" fmla="*/ 72 h 77"/>
                <a:gd name="T8" fmla="*/ 72 w 73"/>
                <a:gd name="T9" fmla="*/ 34 h 77"/>
                <a:gd name="T10" fmla="*/ 73 w 73"/>
                <a:gd name="T11" fmla="*/ 28 h 77"/>
                <a:gd name="T12" fmla="*/ 32 w 73"/>
                <a:gd name="T13" fmla="*/ 0 h 77"/>
                <a:gd name="T14" fmla="*/ 27 w 73"/>
                <a:gd name="T15" fmla="*/ 0 h 77"/>
                <a:gd name="T16" fmla="*/ 5 w 73"/>
                <a:gd name="T17" fmla="*/ 3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5" y="37"/>
                  </a:moveTo>
                  <a:cubicBezTo>
                    <a:pt x="10" y="53"/>
                    <a:pt x="26" y="55"/>
                    <a:pt x="32" y="60"/>
                  </a:cubicBezTo>
                  <a:cubicBezTo>
                    <a:pt x="38" y="66"/>
                    <a:pt x="36" y="77"/>
                    <a:pt x="36" y="77"/>
                  </a:cubicBezTo>
                  <a:cubicBezTo>
                    <a:pt x="36" y="77"/>
                    <a:pt x="63" y="77"/>
                    <a:pt x="60" y="72"/>
                  </a:cubicBezTo>
                  <a:cubicBezTo>
                    <a:pt x="58" y="68"/>
                    <a:pt x="69" y="46"/>
                    <a:pt x="72" y="34"/>
                  </a:cubicBezTo>
                  <a:cubicBezTo>
                    <a:pt x="73" y="31"/>
                    <a:pt x="73" y="29"/>
                    <a:pt x="73" y="28"/>
                  </a:cubicBezTo>
                  <a:cubicBezTo>
                    <a:pt x="71" y="19"/>
                    <a:pt x="49" y="1"/>
                    <a:pt x="32" y="0"/>
                  </a:cubicBezTo>
                  <a:cubicBezTo>
                    <a:pt x="30" y="0"/>
                    <a:pt x="28" y="0"/>
                    <a:pt x="27" y="0"/>
                  </a:cubicBezTo>
                  <a:cubicBezTo>
                    <a:pt x="10" y="3"/>
                    <a:pt x="0" y="20"/>
                    <a:pt x="5" y="3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5" name="Freeform 114"/>
            <p:cNvSpPr/>
            <p:nvPr/>
          </p:nvSpPr>
          <p:spPr bwMode="auto">
            <a:xfrm>
              <a:off x="9786411" y="4065498"/>
              <a:ext cx="168223" cy="247288"/>
            </a:xfrm>
            <a:custGeom>
              <a:avLst/>
              <a:gdLst>
                <a:gd name="T0" fmla="*/ 47 w 48"/>
                <a:gd name="T1" fmla="*/ 6 h 71"/>
                <a:gd name="T2" fmla="*/ 27 w 48"/>
                <a:gd name="T3" fmla="*/ 5 h 71"/>
                <a:gd name="T4" fmla="*/ 13 w 48"/>
                <a:gd name="T5" fmla="*/ 56 h 71"/>
                <a:gd name="T6" fmla="*/ 41 w 48"/>
                <a:gd name="T7" fmla="*/ 69 h 71"/>
                <a:gd name="T8" fmla="*/ 41 w 48"/>
                <a:gd name="T9" fmla="*/ 48 h 71"/>
                <a:gd name="T10" fmla="*/ 41 w 48"/>
                <a:gd name="T11" fmla="*/ 32 h 71"/>
                <a:gd name="T12" fmla="*/ 47 w 48"/>
                <a:gd name="T13" fmla="*/ 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1">
                  <a:moveTo>
                    <a:pt x="47" y="6"/>
                  </a:moveTo>
                  <a:cubicBezTo>
                    <a:pt x="47" y="6"/>
                    <a:pt x="39" y="0"/>
                    <a:pt x="27" y="5"/>
                  </a:cubicBezTo>
                  <a:cubicBezTo>
                    <a:pt x="7" y="13"/>
                    <a:pt x="0" y="36"/>
                    <a:pt x="13" y="56"/>
                  </a:cubicBezTo>
                  <a:cubicBezTo>
                    <a:pt x="22" y="71"/>
                    <a:pt x="41" y="69"/>
                    <a:pt x="41" y="69"/>
                  </a:cubicBezTo>
                  <a:cubicBezTo>
                    <a:pt x="48" y="64"/>
                    <a:pt x="48" y="58"/>
                    <a:pt x="41" y="48"/>
                  </a:cubicBezTo>
                  <a:cubicBezTo>
                    <a:pt x="34" y="37"/>
                    <a:pt x="41" y="32"/>
                    <a:pt x="41" y="32"/>
                  </a:cubicBezTo>
                  <a:cubicBezTo>
                    <a:pt x="41" y="32"/>
                    <a:pt x="22" y="18"/>
                    <a:pt x="47" y="6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6" name="Freeform 115"/>
            <p:cNvSpPr/>
            <p:nvPr/>
          </p:nvSpPr>
          <p:spPr bwMode="auto">
            <a:xfrm>
              <a:off x="9789775" y="4279141"/>
              <a:ext cx="640930" cy="571958"/>
            </a:xfrm>
            <a:custGeom>
              <a:avLst/>
              <a:gdLst>
                <a:gd name="T0" fmla="*/ 134 w 183"/>
                <a:gd name="T1" fmla="*/ 0 h 164"/>
                <a:gd name="T2" fmla="*/ 171 w 183"/>
                <a:gd name="T3" fmla="*/ 73 h 164"/>
                <a:gd name="T4" fmla="*/ 119 w 183"/>
                <a:gd name="T5" fmla="*/ 59 h 164"/>
                <a:gd name="T6" fmla="*/ 136 w 183"/>
                <a:gd name="T7" fmla="*/ 160 h 164"/>
                <a:gd name="T8" fmla="*/ 66 w 183"/>
                <a:gd name="T9" fmla="*/ 164 h 164"/>
                <a:gd name="T10" fmla="*/ 44 w 183"/>
                <a:gd name="T11" fmla="*/ 91 h 164"/>
                <a:gd name="T12" fmla="*/ 30 w 183"/>
                <a:gd name="T13" fmla="*/ 19 h 164"/>
                <a:gd name="T14" fmla="*/ 95 w 183"/>
                <a:gd name="T15" fmla="*/ 19 h 164"/>
                <a:gd name="T16" fmla="*/ 136 w 183"/>
                <a:gd name="T17" fmla="*/ 40 h 164"/>
                <a:gd name="T18" fmla="*/ 123 w 183"/>
                <a:gd name="T19" fmla="*/ 8 h 164"/>
                <a:gd name="T20" fmla="*/ 134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134" y="0"/>
                  </a:moveTo>
                  <a:cubicBezTo>
                    <a:pt x="134" y="0"/>
                    <a:pt x="183" y="58"/>
                    <a:pt x="171" y="73"/>
                  </a:cubicBezTo>
                  <a:cubicBezTo>
                    <a:pt x="163" y="84"/>
                    <a:pt x="119" y="59"/>
                    <a:pt x="119" y="59"/>
                  </a:cubicBezTo>
                  <a:cubicBezTo>
                    <a:pt x="119" y="59"/>
                    <a:pt x="137" y="104"/>
                    <a:pt x="136" y="160"/>
                  </a:cubicBezTo>
                  <a:cubicBezTo>
                    <a:pt x="66" y="164"/>
                    <a:pt x="66" y="164"/>
                    <a:pt x="66" y="164"/>
                  </a:cubicBezTo>
                  <a:cubicBezTo>
                    <a:pt x="66" y="164"/>
                    <a:pt x="66" y="121"/>
                    <a:pt x="44" y="91"/>
                  </a:cubicBezTo>
                  <a:cubicBezTo>
                    <a:pt x="24" y="64"/>
                    <a:pt x="0" y="21"/>
                    <a:pt x="30" y="19"/>
                  </a:cubicBezTo>
                  <a:cubicBezTo>
                    <a:pt x="61" y="16"/>
                    <a:pt x="79" y="14"/>
                    <a:pt x="95" y="19"/>
                  </a:cubicBezTo>
                  <a:cubicBezTo>
                    <a:pt x="106" y="22"/>
                    <a:pt x="136" y="40"/>
                    <a:pt x="136" y="40"/>
                  </a:cubicBezTo>
                  <a:cubicBezTo>
                    <a:pt x="123" y="8"/>
                    <a:pt x="123" y="8"/>
                    <a:pt x="123" y="8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7" name="Freeform 116"/>
            <p:cNvSpPr/>
            <p:nvPr/>
          </p:nvSpPr>
          <p:spPr bwMode="auto">
            <a:xfrm>
              <a:off x="9846971" y="4082320"/>
              <a:ext cx="227102" cy="174952"/>
            </a:xfrm>
            <a:custGeom>
              <a:avLst/>
              <a:gdLst>
                <a:gd name="T0" fmla="*/ 19 w 65"/>
                <a:gd name="T1" fmla="*/ 30 h 50"/>
                <a:gd name="T2" fmla="*/ 18 w 65"/>
                <a:gd name="T3" fmla="*/ 47 h 50"/>
                <a:gd name="T4" fmla="*/ 30 w 65"/>
                <a:gd name="T5" fmla="*/ 39 h 50"/>
                <a:gd name="T6" fmla="*/ 64 w 65"/>
                <a:gd name="T7" fmla="*/ 34 h 50"/>
                <a:gd name="T8" fmla="*/ 65 w 65"/>
                <a:gd name="T9" fmla="*/ 28 h 50"/>
                <a:gd name="T10" fmla="*/ 24 w 65"/>
                <a:gd name="T11" fmla="*/ 0 h 50"/>
                <a:gd name="T12" fmla="*/ 8 w 65"/>
                <a:gd name="T13" fmla="*/ 13 h 50"/>
                <a:gd name="T14" fmla="*/ 19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19" y="30"/>
                  </a:moveTo>
                  <a:cubicBezTo>
                    <a:pt x="11" y="31"/>
                    <a:pt x="0" y="43"/>
                    <a:pt x="18" y="47"/>
                  </a:cubicBezTo>
                  <a:cubicBezTo>
                    <a:pt x="31" y="50"/>
                    <a:pt x="30" y="39"/>
                    <a:pt x="30" y="39"/>
                  </a:cubicBezTo>
                  <a:cubicBezTo>
                    <a:pt x="43" y="49"/>
                    <a:pt x="55" y="39"/>
                    <a:pt x="64" y="34"/>
                  </a:cubicBezTo>
                  <a:cubicBezTo>
                    <a:pt x="65" y="31"/>
                    <a:pt x="65" y="29"/>
                    <a:pt x="65" y="28"/>
                  </a:cubicBezTo>
                  <a:cubicBezTo>
                    <a:pt x="63" y="19"/>
                    <a:pt x="41" y="1"/>
                    <a:pt x="24" y="0"/>
                  </a:cubicBezTo>
                  <a:cubicBezTo>
                    <a:pt x="9" y="4"/>
                    <a:pt x="8" y="13"/>
                    <a:pt x="8" y="13"/>
                  </a:cubicBezTo>
                  <a:cubicBezTo>
                    <a:pt x="18" y="17"/>
                    <a:pt x="19" y="30"/>
                    <a:pt x="19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8" name="Freeform 117"/>
            <p:cNvSpPr/>
            <p:nvPr/>
          </p:nvSpPr>
          <p:spPr bwMode="auto">
            <a:xfrm>
              <a:off x="10020241" y="4321197"/>
              <a:ext cx="196821" cy="380184"/>
            </a:xfrm>
            <a:custGeom>
              <a:avLst/>
              <a:gdLst>
                <a:gd name="T0" fmla="*/ 0 w 56"/>
                <a:gd name="T1" fmla="*/ 7 h 109"/>
                <a:gd name="T2" fmla="*/ 2 w 56"/>
                <a:gd name="T3" fmla="*/ 0 h 109"/>
                <a:gd name="T4" fmla="*/ 12 w 56"/>
                <a:gd name="T5" fmla="*/ 7 h 109"/>
                <a:gd name="T6" fmla="*/ 15 w 56"/>
                <a:gd name="T7" fmla="*/ 17 h 109"/>
                <a:gd name="T8" fmla="*/ 56 w 56"/>
                <a:gd name="T9" fmla="*/ 94 h 109"/>
                <a:gd name="T10" fmla="*/ 50 w 56"/>
                <a:gd name="T11" fmla="*/ 109 h 109"/>
                <a:gd name="T12" fmla="*/ 39 w 56"/>
                <a:gd name="T13" fmla="*/ 99 h 109"/>
                <a:gd name="T14" fmla="*/ 10 w 56"/>
                <a:gd name="T15" fmla="*/ 18 h 109"/>
                <a:gd name="T16" fmla="*/ 0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0" y="7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34" y="42"/>
                    <a:pt x="56" y="94"/>
                    <a:pt x="56" y="94"/>
                  </a:cubicBezTo>
                  <a:cubicBezTo>
                    <a:pt x="50" y="109"/>
                    <a:pt x="50" y="109"/>
                    <a:pt x="50" y="109"/>
                  </a:cubicBezTo>
                  <a:cubicBezTo>
                    <a:pt x="39" y="99"/>
                    <a:pt x="39" y="99"/>
                    <a:pt x="39" y="99"/>
                  </a:cubicBezTo>
                  <a:cubicBezTo>
                    <a:pt x="40" y="74"/>
                    <a:pt x="10" y="18"/>
                    <a:pt x="10" y="18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89" name="Freeform 118"/>
            <p:cNvSpPr/>
            <p:nvPr/>
          </p:nvSpPr>
          <p:spPr bwMode="auto">
            <a:xfrm>
              <a:off x="9929401" y="4306056"/>
              <a:ext cx="158130" cy="67289"/>
            </a:xfrm>
            <a:custGeom>
              <a:avLst/>
              <a:gdLst>
                <a:gd name="T0" fmla="*/ 41 w 45"/>
                <a:gd name="T1" fmla="*/ 10 h 19"/>
                <a:gd name="T2" fmla="*/ 45 w 45"/>
                <a:gd name="T3" fmla="*/ 18 h 19"/>
                <a:gd name="T4" fmla="*/ 31 w 45"/>
                <a:gd name="T5" fmla="*/ 9 h 19"/>
                <a:gd name="T6" fmla="*/ 24 w 45"/>
                <a:gd name="T7" fmla="*/ 18 h 19"/>
                <a:gd name="T8" fmla="*/ 0 w 45"/>
                <a:gd name="T9" fmla="*/ 10 h 19"/>
                <a:gd name="T10" fmla="*/ 2 w 45"/>
                <a:gd name="T11" fmla="*/ 0 h 19"/>
                <a:gd name="T12" fmla="*/ 28 w 45"/>
                <a:gd name="T13" fmla="*/ 4 h 19"/>
                <a:gd name="T14" fmla="*/ 29 w 45"/>
                <a:gd name="T15" fmla="*/ 2 h 19"/>
                <a:gd name="T16" fmla="*/ 41 w 45"/>
                <a:gd name="T17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9">
                  <a:moveTo>
                    <a:pt x="41" y="10"/>
                  </a:moveTo>
                  <a:cubicBezTo>
                    <a:pt x="45" y="18"/>
                    <a:pt x="45" y="18"/>
                    <a:pt x="45" y="1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27" y="17"/>
                    <a:pt x="24" y="18"/>
                  </a:cubicBezTo>
                  <a:cubicBezTo>
                    <a:pt x="22" y="19"/>
                    <a:pt x="0" y="10"/>
                    <a:pt x="0" y="1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9" y="2"/>
                    <a:pt x="29" y="2"/>
                    <a:pt x="29" y="2"/>
                  </a:cubicBezTo>
                  <a:lnTo>
                    <a:pt x="41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0" name="Freeform 119"/>
            <p:cNvSpPr/>
            <p:nvPr/>
          </p:nvSpPr>
          <p:spPr bwMode="auto">
            <a:xfrm>
              <a:off x="10080801" y="4270730"/>
              <a:ext cx="104298" cy="99252"/>
            </a:xfrm>
            <a:custGeom>
              <a:avLst/>
              <a:gdLst>
                <a:gd name="T0" fmla="*/ 19 w 30"/>
                <a:gd name="T1" fmla="*/ 26 h 28"/>
                <a:gd name="T2" fmla="*/ 30 w 30"/>
                <a:gd name="T3" fmla="*/ 10 h 28"/>
                <a:gd name="T4" fmla="*/ 5 w 30"/>
                <a:gd name="T5" fmla="*/ 6 h 28"/>
                <a:gd name="T6" fmla="*/ 3 w 30"/>
                <a:gd name="T7" fmla="*/ 2 h 28"/>
                <a:gd name="T8" fmla="*/ 1 w 30"/>
                <a:gd name="T9" fmla="*/ 11 h 28"/>
                <a:gd name="T10" fmla="*/ 7 w 30"/>
                <a:gd name="T11" fmla="*/ 19 h 28"/>
                <a:gd name="T12" fmla="*/ 19 w 30"/>
                <a:gd name="T1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8">
                  <a:moveTo>
                    <a:pt x="19" y="26"/>
                  </a:moveTo>
                  <a:cubicBezTo>
                    <a:pt x="23" y="17"/>
                    <a:pt x="30" y="22"/>
                    <a:pt x="30" y="10"/>
                  </a:cubicBezTo>
                  <a:cubicBezTo>
                    <a:pt x="30" y="5"/>
                    <a:pt x="5" y="6"/>
                    <a:pt x="5" y="6"/>
                  </a:cubicBezTo>
                  <a:cubicBezTo>
                    <a:pt x="5" y="6"/>
                    <a:pt x="9" y="0"/>
                    <a:pt x="3" y="2"/>
                  </a:cubicBezTo>
                  <a:cubicBezTo>
                    <a:pt x="0" y="3"/>
                    <a:pt x="0" y="9"/>
                    <a:pt x="1" y="11"/>
                  </a:cubicBezTo>
                  <a:cubicBezTo>
                    <a:pt x="3" y="16"/>
                    <a:pt x="8" y="17"/>
                    <a:pt x="7" y="19"/>
                  </a:cubicBezTo>
                  <a:cubicBezTo>
                    <a:pt x="6" y="28"/>
                    <a:pt x="19" y="26"/>
                    <a:pt x="19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1" name="Freeform 120"/>
            <p:cNvSpPr/>
            <p:nvPr/>
          </p:nvSpPr>
          <p:spPr bwMode="auto">
            <a:xfrm>
              <a:off x="9818374" y="4334655"/>
              <a:ext cx="339811" cy="328035"/>
            </a:xfrm>
            <a:custGeom>
              <a:avLst/>
              <a:gdLst>
                <a:gd name="T0" fmla="*/ 82 w 97"/>
                <a:gd name="T1" fmla="*/ 1 h 94"/>
                <a:gd name="T2" fmla="*/ 97 w 97"/>
                <a:gd name="T3" fmla="*/ 4 h 94"/>
                <a:gd name="T4" fmla="*/ 69 w 97"/>
                <a:gd name="T5" fmla="*/ 89 h 94"/>
                <a:gd name="T6" fmla="*/ 5 w 97"/>
                <a:gd name="T7" fmla="*/ 15 h 94"/>
                <a:gd name="T8" fmla="*/ 21 w 97"/>
                <a:gd name="T9" fmla="*/ 1 h 94"/>
                <a:gd name="T10" fmla="*/ 64 w 97"/>
                <a:gd name="T11" fmla="*/ 56 h 94"/>
                <a:gd name="T12" fmla="*/ 82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82" y="1"/>
                  </a:move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1" y="85"/>
                    <a:pt x="69" y="89"/>
                  </a:cubicBezTo>
                  <a:cubicBezTo>
                    <a:pt x="45" y="94"/>
                    <a:pt x="0" y="39"/>
                    <a:pt x="5" y="15"/>
                  </a:cubicBezTo>
                  <a:cubicBezTo>
                    <a:pt x="6" y="10"/>
                    <a:pt x="16" y="0"/>
                    <a:pt x="21" y="1"/>
                  </a:cubicBezTo>
                  <a:cubicBezTo>
                    <a:pt x="37" y="2"/>
                    <a:pt x="64" y="56"/>
                    <a:pt x="64" y="56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2" name="Freeform 121"/>
            <p:cNvSpPr/>
            <p:nvPr/>
          </p:nvSpPr>
          <p:spPr bwMode="auto">
            <a:xfrm>
              <a:off x="9863793" y="4809044"/>
              <a:ext cx="499623" cy="1224664"/>
            </a:xfrm>
            <a:custGeom>
              <a:avLst/>
              <a:gdLst>
                <a:gd name="T0" fmla="*/ 45 w 143"/>
                <a:gd name="T1" fmla="*/ 12 h 351"/>
                <a:gd name="T2" fmla="*/ 34 w 143"/>
                <a:gd name="T3" fmla="*/ 173 h 351"/>
                <a:gd name="T4" fmla="*/ 0 w 143"/>
                <a:gd name="T5" fmla="*/ 314 h 351"/>
                <a:gd name="T6" fmla="*/ 42 w 143"/>
                <a:gd name="T7" fmla="*/ 340 h 351"/>
                <a:gd name="T8" fmla="*/ 22 w 143"/>
                <a:gd name="T9" fmla="*/ 306 h 351"/>
                <a:gd name="T10" fmla="*/ 65 w 143"/>
                <a:gd name="T11" fmla="*/ 176 h 351"/>
                <a:gd name="T12" fmla="*/ 89 w 143"/>
                <a:gd name="T13" fmla="*/ 73 h 351"/>
                <a:gd name="T14" fmla="*/ 107 w 143"/>
                <a:gd name="T15" fmla="*/ 185 h 351"/>
                <a:gd name="T16" fmla="*/ 92 w 143"/>
                <a:gd name="T17" fmla="*/ 319 h 351"/>
                <a:gd name="T18" fmla="*/ 141 w 143"/>
                <a:gd name="T19" fmla="*/ 341 h 351"/>
                <a:gd name="T20" fmla="*/ 117 w 143"/>
                <a:gd name="T21" fmla="*/ 312 h 351"/>
                <a:gd name="T22" fmla="*/ 136 w 143"/>
                <a:gd name="T23" fmla="*/ 174 h 351"/>
                <a:gd name="T24" fmla="*/ 115 w 143"/>
                <a:gd name="T25" fmla="*/ 8 h 351"/>
                <a:gd name="T26" fmla="*/ 45 w 143"/>
                <a:gd name="T27" fmla="*/ 1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" h="351">
                  <a:moveTo>
                    <a:pt x="45" y="12"/>
                  </a:moveTo>
                  <a:cubicBezTo>
                    <a:pt x="45" y="12"/>
                    <a:pt x="43" y="133"/>
                    <a:pt x="34" y="173"/>
                  </a:cubicBezTo>
                  <a:cubicBezTo>
                    <a:pt x="27" y="202"/>
                    <a:pt x="0" y="314"/>
                    <a:pt x="0" y="314"/>
                  </a:cubicBezTo>
                  <a:cubicBezTo>
                    <a:pt x="0" y="314"/>
                    <a:pt x="13" y="347"/>
                    <a:pt x="42" y="340"/>
                  </a:cubicBezTo>
                  <a:cubicBezTo>
                    <a:pt x="42" y="340"/>
                    <a:pt x="45" y="324"/>
                    <a:pt x="22" y="306"/>
                  </a:cubicBezTo>
                  <a:cubicBezTo>
                    <a:pt x="22" y="306"/>
                    <a:pt x="57" y="202"/>
                    <a:pt x="65" y="176"/>
                  </a:cubicBezTo>
                  <a:cubicBezTo>
                    <a:pt x="77" y="136"/>
                    <a:pt x="83" y="73"/>
                    <a:pt x="89" y="73"/>
                  </a:cubicBezTo>
                  <a:cubicBezTo>
                    <a:pt x="95" y="73"/>
                    <a:pt x="108" y="170"/>
                    <a:pt x="107" y="185"/>
                  </a:cubicBezTo>
                  <a:cubicBezTo>
                    <a:pt x="102" y="239"/>
                    <a:pt x="101" y="287"/>
                    <a:pt x="92" y="319"/>
                  </a:cubicBezTo>
                  <a:cubicBezTo>
                    <a:pt x="92" y="319"/>
                    <a:pt x="124" y="351"/>
                    <a:pt x="141" y="341"/>
                  </a:cubicBezTo>
                  <a:cubicBezTo>
                    <a:pt x="141" y="341"/>
                    <a:pt x="143" y="332"/>
                    <a:pt x="117" y="312"/>
                  </a:cubicBezTo>
                  <a:cubicBezTo>
                    <a:pt x="117" y="312"/>
                    <a:pt x="134" y="198"/>
                    <a:pt x="136" y="174"/>
                  </a:cubicBezTo>
                  <a:cubicBezTo>
                    <a:pt x="141" y="130"/>
                    <a:pt x="117" y="40"/>
                    <a:pt x="115" y="8"/>
                  </a:cubicBezTo>
                  <a:cubicBezTo>
                    <a:pt x="115" y="8"/>
                    <a:pt x="93" y="0"/>
                    <a:pt x="45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3" name="Freeform 122"/>
            <p:cNvSpPr/>
            <p:nvPr/>
          </p:nvSpPr>
          <p:spPr bwMode="auto">
            <a:xfrm>
              <a:off x="10158184" y="4834277"/>
              <a:ext cx="58879" cy="37009"/>
            </a:xfrm>
            <a:custGeom>
              <a:avLst/>
              <a:gdLst>
                <a:gd name="T0" fmla="*/ 17 w 17"/>
                <a:gd name="T1" fmla="*/ 11 h 11"/>
                <a:gd name="T2" fmla="*/ 0 w 17"/>
                <a:gd name="T3" fmla="*/ 11 h 11"/>
                <a:gd name="T4" fmla="*/ 0 w 17"/>
                <a:gd name="T5" fmla="*/ 3 h 11"/>
                <a:gd name="T6" fmla="*/ 17 w 17"/>
                <a:gd name="T7" fmla="*/ 1 h 11"/>
                <a:gd name="T8" fmla="*/ 17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11"/>
                  </a:moveTo>
                  <a:cubicBezTo>
                    <a:pt x="17" y="11"/>
                    <a:pt x="12" y="7"/>
                    <a:pt x="0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" y="0"/>
                    <a:pt x="17" y="1"/>
                  </a:cubicBezTo>
                  <a:lnTo>
                    <a:pt x="17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4" name="Freeform 123"/>
            <p:cNvSpPr/>
            <p:nvPr/>
          </p:nvSpPr>
          <p:spPr bwMode="auto">
            <a:xfrm>
              <a:off x="11377800" y="4181571"/>
              <a:ext cx="68972" cy="79065"/>
            </a:xfrm>
            <a:custGeom>
              <a:avLst/>
              <a:gdLst>
                <a:gd name="T0" fmla="*/ 20 w 20"/>
                <a:gd name="T1" fmla="*/ 13 h 23"/>
                <a:gd name="T2" fmla="*/ 14 w 20"/>
                <a:gd name="T3" fmla="*/ 9 h 23"/>
                <a:gd name="T4" fmla="*/ 0 w 20"/>
                <a:gd name="T5" fmla="*/ 0 h 23"/>
                <a:gd name="T6" fmla="*/ 2 w 20"/>
                <a:gd name="T7" fmla="*/ 17 h 23"/>
                <a:gd name="T8" fmla="*/ 17 w 20"/>
                <a:gd name="T9" fmla="*/ 23 h 23"/>
                <a:gd name="T10" fmla="*/ 20 w 20"/>
                <a:gd name="T11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3">
                  <a:moveTo>
                    <a:pt x="20" y="13"/>
                  </a:moveTo>
                  <a:cubicBezTo>
                    <a:pt x="20" y="13"/>
                    <a:pt x="18" y="13"/>
                    <a:pt x="14" y="9"/>
                  </a:cubicBezTo>
                  <a:cubicBezTo>
                    <a:pt x="10" y="5"/>
                    <a:pt x="0" y="0"/>
                    <a:pt x="0" y="0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16" y="23"/>
                    <a:pt x="17" y="23"/>
                  </a:cubicBezTo>
                  <a:cubicBezTo>
                    <a:pt x="18" y="23"/>
                    <a:pt x="20" y="13"/>
                    <a:pt x="20" y="1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5" name="Freeform 124"/>
            <p:cNvSpPr/>
            <p:nvPr/>
          </p:nvSpPr>
          <p:spPr bwMode="auto">
            <a:xfrm>
              <a:off x="11248269" y="4218580"/>
              <a:ext cx="482801" cy="862985"/>
            </a:xfrm>
            <a:custGeom>
              <a:avLst/>
              <a:gdLst>
                <a:gd name="T0" fmla="*/ 22 w 138"/>
                <a:gd name="T1" fmla="*/ 122 h 247"/>
                <a:gd name="T2" fmla="*/ 35 w 138"/>
                <a:gd name="T3" fmla="*/ 88 h 247"/>
                <a:gd name="T4" fmla="*/ 47 w 138"/>
                <a:gd name="T5" fmla="*/ 87 h 247"/>
                <a:gd name="T6" fmla="*/ 79 w 138"/>
                <a:gd name="T7" fmla="*/ 96 h 247"/>
                <a:gd name="T8" fmla="*/ 84 w 138"/>
                <a:gd name="T9" fmla="*/ 90 h 247"/>
                <a:gd name="T10" fmla="*/ 107 w 138"/>
                <a:gd name="T11" fmla="*/ 49 h 247"/>
                <a:gd name="T12" fmla="*/ 48 w 138"/>
                <a:gd name="T13" fmla="*/ 10 h 247"/>
                <a:gd name="T14" fmla="*/ 54 w 138"/>
                <a:gd name="T15" fmla="*/ 0 h 247"/>
                <a:gd name="T16" fmla="*/ 129 w 138"/>
                <a:gd name="T17" fmla="*/ 40 h 247"/>
                <a:gd name="T18" fmla="*/ 107 w 138"/>
                <a:gd name="T19" fmla="*/ 133 h 247"/>
                <a:gd name="T20" fmla="*/ 98 w 138"/>
                <a:gd name="T21" fmla="*/ 231 h 247"/>
                <a:gd name="T22" fmla="*/ 29 w 138"/>
                <a:gd name="T23" fmla="*/ 247 h 247"/>
                <a:gd name="T24" fmla="*/ 22 w 138"/>
                <a:gd name="T25" fmla="*/ 12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247">
                  <a:moveTo>
                    <a:pt x="22" y="122"/>
                  </a:moveTo>
                  <a:cubicBezTo>
                    <a:pt x="22" y="122"/>
                    <a:pt x="27" y="88"/>
                    <a:pt x="35" y="88"/>
                  </a:cubicBezTo>
                  <a:cubicBezTo>
                    <a:pt x="38" y="88"/>
                    <a:pt x="42" y="86"/>
                    <a:pt x="47" y="87"/>
                  </a:cubicBezTo>
                  <a:cubicBezTo>
                    <a:pt x="58" y="89"/>
                    <a:pt x="71" y="96"/>
                    <a:pt x="79" y="96"/>
                  </a:cubicBezTo>
                  <a:cubicBezTo>
                    <a:pt x="83" y="96"/>
                    <a:pt x="84" y="90"/>
                    <a:pt x="84" y="90"/>
                  </a:cubicBezTo>
                  <a:cubicBezTo>
                    <a:pt x="84" y="90"/>
                    <a:pt x="111" y="62"/>
                    <a:pt x="107" y="49"/>
                  </a:cubicBezTo>
                  <a:cubicBezTo>
                    <a:pt x="106" y="47"/>
                    <a:pt x="48" y="10"/>
                    <a:pt x="48" y="1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120" y="19"/>
                    <a:pt x="129" y="40"/>
                  </a:cubicBezTo>
                  <a:cubicBezTo>
                    <a:pt x="138" y="62"/>
                    <a:pt x="107" y="133"/>
                    <a:pt x="107" y="133"/>
                  </a:cubicBezTo>
                  <a:cubicBezTo>
                    <a:pt x="98" y="150"/>
                    <a:pt x="91" y="186"/>
                    <a:pt x="98" y="23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9" y="247"/>
                    <a:pt x="0" y="193"/>
                    <a:pt x="22" y="122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6" name="Freeform 125"/>
            <p:cNvSpPr/>
            <p:nvPr/>
          </p:nvSpPr>
          <p:spPr bwMode="auto">
            <a:xfrm>
              <a:off x="11345839" y="5007547"/>
              <a:ext cx="790648" cy="1009338"/>
            </a:xfrm>
            <a:custGeom>
              <a:avLst/>
              <a:gdLst>
                <a:gd name="T0" fmla="*/ 1 w 226"/>
                <a:gd name="T1" fmla="*/ 21 h 289"/>
                <a:gd name="T2" fmla="*/ 60 w 226"/>
                <a:gd name="T3" fmla="*/ 145 h 289"/>
                <a:gd name="T4" fmla="*/ 0 w 226"/>
                <a:gd name="T5" fmla="*/ 262 h 289"/>
                <a:gd name="T6" fmla="*/ 63 w 226"/>
                <a:gd name="T7" fmla="*/ 278 h 289"/>
                <a:gd name="T8" fmla="*/ 28 w 226"/>
                <a:gd name="T9" fmla="*/ 250 h 289"/>
                <a:gd name="T10" fmla="*/ 103 w 226"/>
                <a:gd name="T11" fmla="*/ 146 h 289"/>
                <a:gd name="T12" fmla="*/ 65 w 226"/>
                <a:gd name="T13" fmla="*/ 62 h 289"/>
                <a:gd name="T14" fmla="*/ 143 w 226"/>
                <a:gd name="T15" fmla="*/ 116 h 289"/>
                <a:gd name="T16" fmla="*/ 159 w 226"/>
                <a:gd name="T17" fmla="*/ 262 h 289"/>
                <a:gd name="T18" fmla="*/ 226 w 226"/>
                <a:gd name="T19" fmla="*/ 262 h 289"/>
                <a:gd name="T20" fmla="*/ 177 w 226"/>
                <a:gd name="T21" fmla="*/ 244 h 289"/>
                <a:gd name="T22" fmla="*/ 177 w 226"/>
                <a:gd name="T23" fmla="*/ 107 h 289"/>
                <a:gd name="T24" fmla="*/ 70 w 226"/>
                <a:gd name="T25" fmla="*/ 5 h 289"/>
                <a:gd name="T26" fmla="*/ 1 w 226"/>
                <a:gd name="T27" fmla="*/ 21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89">
                  <a:moveTo>
                    <a:pt x="1" y="21"/>
                  </a:moveTo>
                  <a:cubicBezTo>
                    <a:pt x="60" y="145"/>
                    <a:pt x="60" y="145"/>
                    <a:pt x="60" y="145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33" y="289"/>
                    <a:pt x="63" y="278"/>
                  </a:cubicBezTo>
                  <a:cubicBezTo>
                    <a:pt x="63" y="278"/>
                    <a:pt x="59" y="262"/>
                    <a:pt x="28" y="250"/>
                  </a:cubicBezTo>
                  <a:cubicBezTo>
                    <a:pt x="28" y="250"/>
                    <a:pt x="99" y="166"/>
                    <a:pt x="103" y="146"/>
                  </a:cubicBezTo>
                  <a:cubicBezTo>
                    <a:pt x="106" y="128"/>
                    <a:pt x="65" y="62"/>
                    <a:pt x="65" y="62"/>
                  </a:cubicBezTo>
                  <a:cubicBezTo>
                    <a:pt x="143" y="116"/>
                    <a:pt x="143" y="116"/>
                    <a:pt x="143" y="116"/>
                  </a:cubicBezTo>
                  <a:cubicBezTo>
                    <a:pt x="159" y="262"/>
                    <a:pt x="159" y="262"/>
                    <a:pt x="159" y="262"/>
                  </a:cubicBezTo>
                  <a:cubicBezTo>
                    <a:pt x="159" y="262"/>
                    <a:pt x="203" y="278"/>
                    <a:pt x="226" y="262"/>
                  </a:cubicBezTo>
                  <a:cubicBezTo>
                    <a:pt x="226" y="262"/>
                    <a:pt x="207" y="251"/>
                    <a:pt x="177" y="244"/>
                  </a:cubicBezTo>
                  <a:cubicBezTo>
                    <a:pt x="177" y="244"/>
                    <a:pt x="181" y="160"/>
                    <a:pt x="177" y="107"/>
                  </a:cubicBezTo>
                  <a:cubicBezTo>
                    <a:pt x="175" y="82"/>
                    <a:pt x="89" y="35"/>
                    <a:pt x="70" y="5"/>
                  </a:cubicBezTo>
                  <a:cubicBezTo>
                    <a:pt x="70" y="5"/>
                    <a:pt x="44" y="0"/>
                    <a:pt x="1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7" name="Freeform 126"/>
            <p:cNvSpPr/>
            <p:nvPr/>
          </p:nvSpPr>
          <p:spPr bwMode="auto">
            <a:xfrm>
              <a:off x="11507333" y="5026051"/>
              <a:ext cx="68972" cy="37009"/>
            </a:xfrm>
            <a:custGeom>
              <a:avLst/>
              <a:gdLst>
                <a:gd name="T0" fmla="*/ 20 w 20"/>
                <a:gd name="T1" fmla="*/ 9 h 11"/>
                <a:gd name="T2" fmla="*/ 3 w 20"/>
                <a:gd name="T3" fmla="*/ 11 h 11"/>
                <a:gd name="T4" fmla="*/ 0 w 20"/>
                <a:gd name="T5" fmla="*/ 3 h 11"/>
                <a:gd name="T6" fmla="*/ 17 w 20"/>
                <a:gd name="T7" fmla="*/ 1 h 11"/>
                <a:gd name="T8" fmla="*/ 20 w 20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1">
                  <a:moveTo>
                    <a:pt x="20" y="9"/>
                  </a:moveTo>
                  <a:cubicBezTo>
                    <a:pt x="20" y="9"/>
                    <a:pt x="12" y="7"/>
                    <a:pt x="3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0" y="0"/>
                    <a:pt x="17" y="1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8" name="Freeform 127"/>
            <p:cNvSpPr/>
            <p:nvPr/>
          </p:nvSpPr>
          <p:spPr bwMode="auto">
            <a:xfrm>
              <a:off x="11423221" y="4267366"/>
              <a:ext cx="191774" cy="301120"/>
            </a:xfrm>
            <a:custGeom>
              <a:avLst/>
              <a:gdLst>
                <a:gd name="T0" fmla="*/ 1 w 55"/>
                <a:gd name="T1" fmla="*/ 76 h 86"/>
                <a:gd name="T2" fmla="*/ 13 w 55"/>
                <a:gd name="T3" fmla="*/ 86 h 86"/>
                <a:gd name="T4" fmla="*/ 38 w 55"/>
                <a:gd name="T5" fmla="*/ 84 h 86"/>
                <a:gd name="T6" fmla="*/ 36 w 55"/>
                <a:gd name="T7" fmla="*/ 71 h 86"/>
                <a:gd name="T8" fmla="*/ 54 w 55"/>
                <a:gd name="T9" fmla="*/ 42 h 86"/>
                <a:gd name="T10" fmla="*/ 31 w 55"/>
                <a:gd name="T11" fmla="*/ 3 h 86"/>
                <a:gd name="T12" fmla="*/ 1 w 55"/>
                <a:gd name="T13" fmla="*/ 29 h 86"/>
                <a:gd name="T14" fmla="*/ 5 w 55"/>
                <a:gd name="T15" fmla="*/ 53 h 86"/>
                <a:gd name="T16" fmla="*/ 1 w 55"/>
                <a:gd name="T17" fmla="*/ 7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86">
                  <a:moveTo>
                    <a:pt x="1" y="76"/>
                  </a:moveTo>
                  <a:cubicBezTo>
                    <a:pt x="13" y="86"/>
                    <a:pt x="13" y="86"/>
                    <a:pt x="13" y="86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8" y="84"/>
                    <a:pt x="30" y="77"/>
                    <a:pt x="36" y="71"/>
                  </a:cubicBezTo>
                  <a:cubicBezTo>
                    <a:pt x="36" y="71"/>
                    <a:pt x="52" y="72"/>
                    <a:pt x="54" y="42"/>
                  </a:cubicBezTo>
                  <a:cubicBezTo>
                    <a:pt x="55" y="21"/>
                    <a:pt x="53" y="6"/>
                    <a:pt x="31" y="3"/>
                  </a:cubicBezTo>
                  <a:cubicBezTo>
                    <a:pt x="15" y="0"/>
                    <a:pt x="3" y="10"/>
                    <a:pt x="1" y="29"/>
                  </a:cubicBezTo>
                  <a:cubicBezTo>
                    <a:pt x="0" y="42"/>
                    <a:pt x="3" y="49"/>
                    <a:pt x="5" y="53"/>
                  </a:cubicBezTo>
                  <a:cubicBezTo>
                    <a:pt x="9" y="60"/>
                    <a:pt x="12" y="63"/>
                    <a:pt x="1" y="7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99" name="Freeform 128"/>
            <p:cNvSpPr/>
            <p:nvPr/>
          </p:nvSpPr>
          <p:spPr bwMode="auto">
            <a:xfrm>
              <a:off x="11426586" y="4438953"/>
              <a:ext cx="129532" cy="159812"/>
            </a:xfrm>
            <a:custGeom>
              <a:avLst/>
              <a:gdLst>
                <a:gd name="T0" fmla="*/ 0 w 37"/>
                <a:gd name="T1" fmla="*/ 27 h 46"/>
                <a:gd name="T2" fmla="*/ 17 w 37"/>
                <a:gd name="T3" fmla="*/ 46 h 46"/>
                <a:gd name="T4" fmla="*/ 37 w 37"/>
                <a:gd name="T5" fmla="*/ 35 h 46"/>
                <a:gd name="T6" fmla="*/ 35 w 37"/>
                <a:gd name="T7" fmla="*/ 22 h 46"/>
                <a:gd name="T8" fmla="*/ 11 w 37"/>
                <a:gd name="T9" fmla="*/ 1 h 46"/>
                <a:gd name="T10" fmla="*/ 4 w 37"/>
                <a:gd name="T11" fmla="*/ 4 h 46"/>
                <a:gd name="T12" fmla="*/ 0 w 37"/>
                <a:gd name="T13" fmla="*/ 2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6">
                  <a:moveTo>
                    <a:pt x="0" y="27"/>
                  </a:moveTo>
                  <a:cubicBezTo>
                    <a:pt x="17" y="46"/>
                    <a:pt x="17" y="46"/>
                    <a:pt x="17" y="46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29" y="28"/>
                    <a:pt x="35" y="22"/>
                  </a:cubicBezTo>
                  <a:cubicBezTo>
                    <a:pt x="25" y="19"/>
                    <a:pt x="14" y="14"/>
                    <a:pt x="11" y="1"/>
                  </a:cubicBezTo>
                  <a:cubicBezTo>
                    <a:pt x="11" y="0"/>
                    <a:pt x="7" y="3"/>
                    <a:pt x="4" y="4"/>
                  </a:cubicBezTo>
                  <a:cubicBezTo>
                    <a:pt x="8" y="11"/>
                    <a:pt x="11" y="14"/>
                    <a:pt x="0" y="2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0" name="Freeform 129"/>
            <p:cNvSpPr/>
            <p:nvPr/>
          </p:nvSpPr>
          <p:spPr bwMode="auto">
            <a:xfrm>
              <a:off x="11401352" y="4253908"/>
              <a:ext cx="230466" cy="210279"/>
            </a:xfrm>
            <a:custGeom>
              <a:avLst/>
              <a:gdLst>
                <a:gd name="T0" fmla="*/ 37 w 66"/>
                <a:gd name="T1" fmla="*/ 20 h 60"/>
                <a:gd name="T2" fmla="*/ 28 w 66"/>
                <a:gd name="T3" fmla="*/ 31 h 60"/>
                <a:gd name="T4" fmla="*/ 19 w 66"/>
                <a:gd name="T5" fmla="*/ 41 h 60"/>
                <a:gd name="T6" fmla="*/ 13 w 66"/>
                <a:gd name="T7" fmla="*/ 34 h 60"/>
                <a:gd name="T8" fmla="*/ 17 w 66"/>
                <a:gd name="T9" fmla="*/ 52 h 60"/>
                <a:gd name="T10" fmla="*/ 13 w 66"/>
                <a:gd name="T11" fmla="*/ 60 h 60"/>
                <a:gd name="T12" fmla="*/ 6 w 66"/>
                <a:gd name="T13" fmla="*/ 55 h 60"/>
                <a:gd name="T14" fmla="*/ 12 w 66"/>
                <a:gd name="T15" fmla="*/ 10 h 60"/>
                <a:gd name="T16" fmla="*/ 22 w 66"/>
                <a:gd name="T17" fmla="*/ 8 h 60"/>
                <a:gd name="T18" fmla="*/ 36 w 66"/>
                <a:gd name="T19" fmla="*/ 1 h 60"/>
                <a:gd name="T20" fmla="*/ 65 w 66"/>
                <a:gd name="T21" fmla="*/ 24 h 60"/>
                <a:gd name="T22" fmla="*/ 60 w 66"/>
                <a:gd name="T23" fmla="*/ 41 h 60"/>
                <a:gd name="T24" fmla="*/ 55 w 66"/>
                <a:gd name="T25" fmla="*/ 32 h 60"/>
                <a:gd name="T26" fmla="*/ 37 w 66"/>
                <a:gd name="T27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60">
                  <a:moveTo>
                    <a:pt x="37" y="20"/>
                  </a:moveTo>
                  <a:cubicBezTo>
                    <a:pt x="37" y="19"/>
                    <a:pt x="34" y="30"/>
                    <a:pt x="28" y="31"/>
                  </a:cubicBezTo>
                  <a:cubicBezTo>
                    <a:pt x="22" y="32"/>
                    <a:pt x="19" y="41"/>
                    <a:pt x="19" y="41"/>
                  </a:cubicBezTo>
                  <a:cubicBezTo>
                    <a:pt x="19" y="41"/>
                    <a:pt x="18" y="31"/>
                    <a:pt x="13" y="34"/>
                  </a:cubicBezTo>
                  <a:cubicBezTo>
                    <a:pt x="7" y="37"/>
                    <a:pt x="11" y="57"/>
                    <a:pt x="17" y="52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60"/>
                    <a:pt x="7" y="58"/>
                    <a:pt x="6" y="55"/>
                  </a:cubicBezTo>
                  <a:cubicBezTo>
                    <a:pt x="5" y="52"/>
                    <a:pt x="0" y="17"/>
                    <a:pt x="12" y="10"/>
                  </a:cubicBezTo>
                  <a:cubicBezTo>
                    <a:pt x="24" y="3"/>
                    <a:pt x="22" y="8"/>
                    <a:pt x="22" y="8"/>
                  </a:cubicBezTo>
                  <a:cubicBezTo>
                    <a:pt x="22" y="8"/>
                    <a:pt x="24" y="0"/>
                    <a:pt x="36" y="1"/>
                  </a:cubicBezTo>
                  <a:cubicBezTo>
                    <a:pt x="48" y="1"/>
                    <a:pt x="64" y="18"/>
                    <a:pt x="65" y="24"/>
                  </a:cubicBezTo>
                  <a:cubicBezTo>
                    <a:pt x="66" y="30"/>
                    <a:pt x="60" y="41"/>
                    <a:pt x="60" y="41"/>
                  </a:cubicBezTo>
                  <a:cubicBezTo>
                    <a:pt x="60" y="41"/>
                    <a:pt x="60" y="35"/>
                    <a:pt x="55" y="32"/>
                  </a:cubicBezTo>
                  <a:cubicBezTo>
                    <a:pt x="50" y="29"/>
                    <a:pt x="40" y="26"/>
                    <a:pt x="37" y="2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1" name="Freeform 130"/>
            <p:cNvSpPr/>
            <p:nvPr/>
          </p:nvSpPr>
          <p:spPr bwMode="auto">
            <a:xfrm>
              <a:off x="11482099" y="4558391"/>
              <a:ext cx="74018" cy="397006"/>
            </a:xfrm>
            <a:custGeom>
              <a:avLst/>
              <a:gdLst>
                <a:gd name="T0" fmla="*/ 5 w 21"/>
                <a:gd name="T1" fmla="*/ 4 h 114"/>
                <a:gd name="T2" fmla="*/ 10 w 21"/>
                <a:gd name="T3" fmla="*/ 17 h 114"/>
                <a:gd name="T4" fmla="*/ 8 w 21"/>
                <a:gd name="T5" fmla="*/ 105 h 114"/>
                <a:gd name="T6" fmla="*/ 17 w 21"/>
                <a:gd name="T7" fmla="*/ 114 h 114"/>
                <a:gd name="T8" fmla="*/ 21 w 21"/>
                <a:gd name="T9" fmla="*/ 101 h 114"/>
                <a:gd name="T10" fmla="*/ 15 w 21"/>
                <a:gd name="T11" fmla="*/ 16 h 114"/>
                <a:gd name="T12" fmla="*/ 19 w 21"/>
                <a:gd name="T13" fmla="*/ 5 h 114"/>
                <a:gd name="T14" fmla="*/ 13 w 21"/>
                <a:gd name="T15" fmla="*/ 0 h 114"/>
                <a:gd name="T16" fmla="*/ 5 w 21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14">
                  <a:moveTo>
                    <a:pt x="5" y="4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0" y="82"/>
                    <a:pt x="8" y="10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13" y="86"/>
                    <a:pt x="15" y="16"/>
                    <a:pt x="15" y="1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2" name="Freeform 131"/>
            <p:cNvSpPr/>
            <p:nvPr/>
          </p:nvSpPr>
          <p:spPr bwMode="auto">
            <a:xfrm>
              <a:off x="11411445" y="4497831"/>
              <a:ext cx="161494" cy="112710"/>
            </a:xfrm>
            <a:custGeom>
              <a:avLst/>
              <a:gdLst>
                <a:gd name="T0" fmla="*/ 77 w 96"/>
                <a:gd name="T1" fmla="*/ 21 h 67"/>
                <a:gd name="T2" fmla="*/ 67 w 96"/>
                <a:gd name="T3" fmla="*/ 29 h 67"/>
                <a:gd name="T4" fmla="*/ 23 w 96"/>
                <a:gd name="T5" fmla="*/ 0 h 67"/>
                <a:gd name="T6" fmla="*/ 0 w 96"/>
                <a:gd name="T7" fmla="*/ 15 h 67"/>
                <a:gd name="T8" fmla="*/ 34 w 96"/>
                <a:gd name="T9" fmla="*/ 67 h 67"/>
                <a:gd name="T10" fmla="*/ 67 w 96"/>
                <a:gd name="T11" fmla="*/ 42 h 67"/>
                <a:gd name="T12" fmla="*/ 86 w 96"/>
                <a:gd name="T13" fmla="*/ 63 h 67"/>
                <a:gd name="T14" fmla="*/ 96 w 96"/>
                <a:gd name="T15" fmla="*/ 40 h 67"/>
                <a:gd name="T16" fmla="*/ 77 w 96"/>
                <a:gd name="T17" fmla="*/ 2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" h="67">
                  <a:moveTo>
                    <a:pt x="77" y="21"/>
                  </a:moveTo>
                  <a:lnTo>
                    <a:pt x="67" y="29"/>
                  </a:lnTo>
                  <a:lnTo>
                    <a:pt x="23" y="0"/>
                  </a:lnTo>
                  <a:lnTo>
                    <a:pt x="0" y="15"/>
                  </a:lnTo>
                  <a:lnTo>
                    <a:pt x="34" y="67"/>
                  </a:lnTo>
                  <a:lnTo>
                    <a:pt x="67" y="42"/>
                  </a:lnTo>
                  <a:lnTo>
                    <a:pt x="86" y="63"/>
                  </a:lnTo>
                  <a:lnTo>
                    <a:pt x="96" y="40"/>
                  </a:lnTo>
                  <a:lnTo>
                    <a:pt x="77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3" name="Freeform 132"/>
            <p:cNvSpPr/>
            <p:nvPr/>
          </p:nvSpPr>
          <p:spPr bwMode="auto">
            <a:xfrm>
              <a:off x="10651077" y="4188300"/>
              <a:ext cx="208597" cy="211961"/>
            </a:xfrm>
            <a:custGeom>
              <a:avLst/>
              <a:gdLst>
                <a:gd name="T0" fmla="*/ 17 w 60"/>
                <a:gd name="T1" fmla="*/ 12 h 61"/>
                <a:gd name="T2" fmla="*/ 33 w 60"/>
                <a:gd name="T3" fmla="*/ 1 h 61"/>
                <a:gd name="T4" fmla="*/ 55 w 60"/>
                <a:gd name="T5" fmla="*/ 31 h 61"/>
                <a:gd name="T6" fmla="*/ 11 w 60"/>
                <a:gd name="T7" fmla="*/ 61 h 61"/>
                <a:gd name="T8" fmla="*/ 1 w 60"/>
                <a:gd name="T9" fmla="*/ 33 h 61"/>
                <a:gd name="T10" fmla="*/ 17 w 60"/>
                <a:gd name="T11" fmla="*/ 1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61">
                  <a:moveTo>
                    <a:pt x="17" y="12"/>
                  </a:moveTo>
                  <a:cubicBezTo>
                    <a:pt x="17" y="12"/>
                    <a:pt x="21" y="0"/>
                    <a:pt x="33" y="1"/>
                  </a:cubicBezTo>
                  <a:cubicBezTo>
                    <a:pt x="44" y="2"/>
                    <a:pt x="60" y="17"/>
                    <a:pt x="55" y="31"/>
                  </a:cubicBezTo>
                  <a:cubicBezTo>
                    <a:pt x="51" y="46"/>
                    <a:pt x="11" y="61"/>
                    <a:pt x="11" y="61"/>
                  </a:cubicBezTo>
                  <a:cubicBezTo>
                    <a:pt x="11" y="61"/>
                    <a:pt x="0" y="49"/>
                    <a:pt x="1" y="33"/>
                  </a:cubicBezTo>
                  <a:cubicBezTo>
                    <a:pt x="3" y="18"/>
                    <a:pt x="10" y="7"/>
                    <a:pt x="17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4" name="Freeform 133"/>
            <p:cNvSpPr/>
            <p:nvPr/>
          </p:nvSpPr>
          <p:spPr bwMode="auto">
            <a:xfrm>
              <a:off x="10671264" y="4205122"/>
              <a:ext cx="188410" cy="317942"/>
            </a:xfrm>
            <a:custGeom>
              <a:avLst/>
              <a:gdLst>
                <a:gd name="T0" fmla="*/ 6 w 54"/>
                <a:gd name="T1" fmla="*/ 89 h 91"/>
                <a:gd name="T2" fmla="*/ 17 w 54"/>
                <a:gd name="T3" fmla="*/ 89 h 91"/>
                <a:gd name="T4" fmla="*/ 39 w 54"/>
                <a:gd name="T5" fmla="*/ 91 h 91"/>
                <a:gd name="T6" fmla="*/ 44 w 54"/>
                <a:gd name="T7" fmla="*/ 91 h 91"/>
                <a:gd name="T8" fmla="*/ 41 w 54"/>
                <a:gd name="T9" fmla="*/ 85 h 91"/>
                <a:gd name="T10" fmla="*/ 37 w 54"/>
                <a:gd name="T11" fmla="*/ 71 h 91"/>
                <a:gd name="T12" fmla="*/ 47 w 54"/>
                <a:gd name="T13" fmla="*/ 54 h 91"/>
                <a:gd name="T14" fmla="*/ 47 w 54"/>
                <a:gd name="T15" fmla="*/ 53 h 91"/>
                <a:gd name="T16" fmla="*/ 35 w 54"/>
                <a:gd name="T17" fmla="*/ 8 h 91"/>
                <a:gd name="T18" fmla="*/ 0 w 54"/>
                <a:gd name="T19" fmla="*/ 28 h 91"/>
                <a:gd name="T20" fmla="*/ 4 w 54"/>
                <a:gd name="T21" fmla="*/ 52 h 91"/>
                <a:gd name="T22" fmla="*/ 13 w 54"/>
                <a:gd name="T23" fmla="*/ 69 h 91"/>
                <a:gd name="T24" fmla="*/ 9 w 54"/>
                <a:gd name="T25" fmla="*/ 83 h 91"/>
                <a:gd name="T26" fmla="*/ 6 w 54"/>
                <a:gd name="T27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91">
                  <a:moveTo>
                    <a:pt x="6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39" y="91"/>
                    <a:pt x="39" y="91"/>
                    <a:pt x="39" y="91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4" y="91"/>
                    <a:pt x="43" y="89"/>
                    <a:pt x="41" y="85"/>
                  </a:cubicBezTo>
                  <a:cubicBezTo>
                    <a:pt x="39" y="81"/>
                    <a:pt x="36" y="74"/>
                    <a:pt x="37" y="71"/>
                  </a:cubicBezTo>
                  <a:cubicBezTo>
                    <a:pt x="38" y="66"/>
                    <a:pt x="42" y="65"/>
                    <a:pt x="47" y="54"/>
                  </a:cubicBezTo>
                  <a:cubicBezTo>
                    <a:pt x="47" y="54"/>
                    <a:pt x="47" y="54"/>
                    <a:pt x="47" y="53"/>
                  </a:cubicBezTo>
                  <a:cubicBezTo>
                    <a:pt x="54" y="38"/>
                    <a:pt x="50" y="15"/>
                    <a:pt x="35" y="8"/>
                  </a:cubicBezTo>
                  <a:cubicBezTo>
                    <a:pt x="16" y="0"/>
                    <a:pt x="0" y="15"/>
                    <a:pt x="0" y="28"/>
                  </a:cubicBezTo>
                  <a:cubicBezTo>
                    <a:pt x="1" y="40"/>
                    <a:pt x="2" y="47"/>
                    <a:pt x="4" y="52"/>
                  </a:cubicBezTo>
                  <a:cubicBezTo>
                    <a:pt x="7" y="61"/>
                    <a:pt x="11" y="62"/>
                    <a:pt x="13" y="69"/>
                  </a:cubicBezTo>
                  <a:cubicBezTo>
                    <a:pt x="14" y="72"/>
                    <a:pt x="11" y="78"/>
                    <a:pt x="9" y="83"/>
                  </a:cubicBezTo>
                  <a:cubicBezTo>
                    <a:pt x="7" y="86"/>
                    <a:pt x="6" y="89"/>
                    <a:pt x="6" y="8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5" name="Freeform 134"/>
            <p:cNvSpPr/>
            <p:nvPr/>
          </p:nvSpPr>
          <p:spPr bwMode="auto">
            <a:xfrm>
              <a:off x="10684722" y="4386803"/>
              <a:ext cx="151401" cy="156448"/>
            </a:xfrm>
            <a:custGeom>
              <a:avLst/>
              <a:gdLst>
                <a:gd name="T0" fmla="*/ 9 w 43"/>
                <a:gd name="T1" fmla="*/ 17 h 45"/>
                <a:gd name="T2" fmla="*/ 5 w 43"/>
                <a:gd name="T3" fmla="*/ 31 h 45"/>
                <a:gd name="T4" fmla="*/ 5 w 43"/>
                <a:gd name="T5" fmla="*/ 35 h 45"/>
                <a:gd name="T6" fmla="*/ 13 w 43"/>
                <a:gd name="T7" fmla="*/ 37 h 45"/>
                <a:gd name="T8" fmla="*/ 33 w 43"/>
                <a:gd name="T9" fmla="*/ 45 h 45"/>
                <a:gd name="T10" fmla="*/ 35 w 43"/>
                <a:gd name="T11" fmla="*/ 39 h 45"/>
                <a:gd name="T12" fmla="*/ 37 w 43"/>
                <a:gd name="T13" fmla="*/ 33 h 45"/>
                <a:gd name="T14" fmla="*/ 33 w 43"/>
                <a:gd name="T15" fmla="*/ 19 h 45"/>
                <a:gd name="T16" fmla="*/ 43 w 43"/>
                <a:gd name="T17" fmla="*/ 2 h 45"/>
                <a:gd name="T18" fmla="*/ 26 w 43"/>
                <a:gd name="T19" fmla="*/ 5 h 45"/>
                <a:gd name="T20" fmla="*/ 0 w 43"/>
                <a:gd name="T21" fmla="*/ 0 h 45"/>
                <a:gd name="T22" fmla="*/ 9 w 43"/>
                <a:gd name="T23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5">
                  <a:moveTo>
                    <a:pt x="9" y="17"/>
                  </a:moveTo>
                  <a:cubicBezTo>
                    <a:pt x="10" y="20"/>
                    <a:pt x="7" y="26"/>
                    <a:pt x="5" y="31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5" y="29"/>
                    <a:pt x="32" y="22"/>
                    <a:pt x="33" y="19"/>
                  </a:cubicBezTo>
                  <a:cubicBezTo>
                    <a:pt x="34" y="14"/>
                    <a:pt x="38" y="13"/>
                    <a:pt x="43" y="2"/>
                  </a:cubicBezTo>
                  <a:cubicBezTo>
                    <a:pt x="39" y="4"/>
                    <a:pt x="33" y="6"/>
                    <a:pt x="26" y="5"/>
                  </a:cubicBezTo>
                  <a:cubicBezTo>
                    <a:pt x="17" y="5"/>
                    <a:pt x="5" y="2"/>
                    <a:pt x="0" y="0"/>
                  </a:cubicBezTo>
                  <a:cubicBezTo>
                    <a:pt x="3" y="9"/>
                    <a:pt x="7" y="10"/>
                    <a:pt x="9" y="1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6" name="Freeform 135"/>
            <p:cNvSpPr/>
            <p:nvPr/>
          </p:nvSpPr>
          <p:spPr bwMode="auto">
            <a:xfrm>
              <a:off x="10651077" y="4240450"/>
              <a:ext cx="45421" cy="97569"/>
            </a:xfrm>
            <a:custGeom>
              <a:avLst/>
              <a:gdLst>
                <a:gd name="T0" fmla="*/ 13 w 13"/>
                <a:gd name="T1" fmla="*/ 0 h 28"/>
                <a:gd name="T2" fmla="*/ 11 w 13"/>
                <a:gd name="T3" fmla="*/ 13 h 28"/>
                <a:gd name="T4" fmla="*/ 11 w 13"/>
                <a:gd name="T5" fmla="*/ 28 h 28"/>
                <a:gd name="T6" fmla="*/ 3 w 13"/>
                <a:gd name="T7" fmla="*/ 25 h 28"/>
                <a:gd name="T8" fmla="*/ 13 w 13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8">
                  <a:moveTo>
                    <a:pt x="13" y="0"/>
                  </a:moveTo>
                  <a:cubicBezTo>
                    <a:pt x="13" y="0"/>
                    <a:pt x="13" y="8"/>
                    <a:pt x="11" y="13"/>
                  </a:cubicBezTo>
                  <a:cubicBezTo>
                    <a:pt x="10" y="18"/>
                    <a:pt x="11" y="28"/>
                    <a:pt x="11" y="28"/>
                  </a:cubicBezTo>
                  <a:cubicBezTo>
                    <a:pt x="11" y="28"/>
                    <a:pt x="7" y="20"/>
                    <a:pt x="3" y="25"/>
                  </a:cubicBezTo>
                  <a:cubicBezTo>
                    <a:pt x="3" y="25"/>
                    <a:pt x="0" y="7"/>
                    <a:pt x="13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7" name="Freeform 136"/>
            <p:cNvSpPr/>
            <p:nvPr/>
          </p:nvSpPr>
          <p:spPr bwMode="auto">
            <a:xfrm>
              <a:off x="10642666" y="4306056"/>
              <a:ext cx="53831" cy="74018"/>
            </a:xfrm>
            <a:custGeom>
              <a:avLst/>
              <a:gdLst>
                <a:gd name="T0" fmla="*/ 13 w 15"/>
                <a:gd name="T1" fmla="*/ 9 h 21"/>
                <a:gd name="T2" fmla="*/ 5 w 15"/>
                <a:gd name="T3" fmla="*/ 6 h 21"/>
                <a:gd name="T4" fmla="*/ 13 w 15"/>
                <a:gd name="T5" fmla="*/ 20 h 21"/>
                <a:gd name="T6" fmla="*/ 13 w 15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21">
                  <a:moveTo>
                    <a:pt x="13" y="9"/>
                  </a:moveTo>
                  <a:cubicBezTo>
                    <a:pt x="13" y="9"/>
                    <a:pt x="11" y="0"/>
                    <a:pt x="5" y="6"/>
                  </a:cubicBezTo>
                  <a:cubicBezTo>
                    <a:pt x="0" y="11"/>
                    <a:pt x="10" y="21"/>
                    <a:pt x="13" y="20"/>
                  </a:cubicBezTo>
                  <a:cubicBezTo>
                    <a:pt x="15" y="18"/>
                    <a:pt x="13" y="9"/>
                    <a:pt x="13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8" name="Freeform 137"/>
            <p:cNvSpPr/>
            <p:nvPr/>
          </p:nvSpPr>
          <p:spPr bwMode="auto">
            <a:xfrm>
              <a:off x="10356687" y="4240450"/>
              <a:ext cx="794013" cy="746910"/>
            </a:xfrm>
            <a:custGeom>
              <a:avLst/>
              <a:gdLst>
                <a:gd name="T0" fmla="*/ 115 w 227"/>
                <a:gd name="T1" fmla="*/ 71 h 214"/>
                <a:gd name="T2" fmla="*/ 157 w 227"/>
                <a:gd name="T3" fmla="*/ 68 h 214"/>
                <a:gd name="T4" fmla="*/ 188 w 227"/>
                <a:gd name="T5" fmla="*/ 64 h 214"/>
                <a:gd name="T6" fmla="*/ 160 w 227"/>
                <a:gd name="T7" fmla="*/ 23 h 214"/>
                <a:gd name="T8" fmla="*/ 160 w 227"/>
                <a:gd name="T9" fmla="*/ 5 h 214"/>
                <a:gd name="T10" fmla="*/ 222 w 227"/>
                <a:gd name="T11" fmla="*/ 77 h 214"/>
                <a:gd name="T12" fmla="*/ 164 w 227"/>
                <a:gd name="T13" fmla="*/ 108 h 214"/>
                <a:gd name="T14" fmla="*/ 149 w 227"/>
                <a:gd name="T15" fmla="*/ 193 h 214"/>
                <a:gd name="T16" fmla="*/ 110 w 227"/>
                <a:gd name="T17" fmla="*/ 214 h 214"/>
                <a:gd name="T18" fmla="*/ 83 w 227"/>
                <a:gd name="T19" fmla="*/ 192 h 214"/>
                <a:gd name="T20" fmla="*/ 69 w 227"/>
                <a:gd name="T21" fmla="*/ 107 h 214"/>
                <a:gd name="T22" fmla="*/ 0 w 227"/>
                <a:gd name="T23" fmla="*/ 71 h 214"/>
                <a:gd name="T24" fmla="*/ 71 w 227"/>
                <a:gd name="T25" fmla="*/ 0 h 214"/>
                <a:gd name="T26" fmla="*/ 81 w 227"/>
                <a:gd name="T27" fmla="*/ 14 h 214"/>
                <a:gd name="T28" fmla="*/ 35 w 227"/>
                <a:gd name="T29" fmla="*/ 64 h 214"/>
                <a:gd name="T30" fmla="*/ 74 w 227"/>
                <a:gd name="T31" fmla="*/ 68 h 214"/>
                <a:gd name="T32" fmla="*/ 115 w 227"/>
                <a:gd name="T33" fmla="*/ 7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14">
                  <a:moveTo>
                    <a:pt x="115" y="71"/>
                  </a:moveTo>
                  <a:cubicBezTo>
                    <a:pt x="115" y="71"/>
                    <a:pt x="151" y="63"/>
                    <a:pt x="157" y="68"/>
                  </a:cubicBezTo>
                  <a:cubicBezTo>
                    <a:pt x="163" y="72"/>
                    <a:pt x="188" y="64"/>
                    <a:pt x="188" y="64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0" y="5"/>
                    <a:pt x="160" y="5"/>
                    <a:pt x="160" y="5"/>
                  </a:cubicBezTo>
                  <a:cubicBezTo>
                    <a:pt x="160" y="5"/>
                    <a:pt x="227" y="53"/>
                    <a:pt x="222" y="77"/>
                  </a:cubicBezTo>
                  <a:cubicBezTo>
                    <a:pt x="219" y="93"/>
                    <a:pt x="164" y="108"/>
                    <a:pt x="164" y="108"/>
                  </a:cubicBezTo>
                  <a:cubicBezTo>
                    <a:pt x="164" y="108"/>
                    <a:pt x="161" y="152"/>
                    <a:pt x="149" y="193"/>
                  </a:cubicBezTo>
                  <a:cubicBezTo>
                    <a:pt x="110" y="214"/>
                    <a:pt x="110" y="214"/>
                    <a:pt x="110" y="214"/>
                  </a:cubicBezTo>
                  <a:cubicBezTo>
                    <a:pt x="83" y="192"/>
                    <a:pt x="83" y="192"/>
                    <a:pt x="83" y="192"/>
                  </a:cubicBezTo>
                  <a:cubicBezTo>
                    <a:pt x="83" y="192"/>
                    <a:pt x="84" y="143"/>
                    <a:pt x="69" y="107"/>
                  </a:cubicBezTo>
                  <a:cubicBezTo>
                    <a:pt x="69" y="107"/>
                    <a:pt x="1" y="94"/>
                    <a:pt x="0" y="71"/>
                  </a:cubicBezTo>
                  <a:cubicBezTo>
                    <a:pt x="0" y="52"/>
                    <a:pt x="71" y="0"/>
                    <a:pt x="71" y="0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41" y="49"/>
                    <a:pt x="35" y="64"/>
                  </a:cubicBezTo>
                  <a:cubicBezTo>
                    <a:pt x="35" y="64"/>
                    <a:pt x="51" y="73"/>
                    <a:pt x="74" y="68"/>
                  </a:cubicBezTo>
                  <a:cubicBezTo>
                    <a:pt x="99" y="61"/>
                    <a:pt x="115" y="71"/>
                    <a:pt x="115" y="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09" name="Freeform 138"/>
            <p:cNvSpPr/>
            <p:nvPr/>
          </p:nvSpPr>
          <p:spPr bwMode="auto">
            <a:xfrm>
              <a:off x="10839487" y="3947742"/>
              <a:ext cx="90840" cy="134578"/>
            </a:xfrm>
            <a:custGeom>
              <a:avLst/>
              <a:gdLst>
                <a:gd name="T0" fmla="*/ 22 w 26"/>
                <a:gd name="T1" fmla="*/ 28 h 39"/>
                <a:gd name="T2" fmla="*/ 26 w 26"/>
                <a:gd name="T3" fmla="*/ 15 h 39"/>
                <a:gd name="T4" fmla="*/ 23 w 26"/>
                <a:gd name="T5" fmla="*/ 8 h 39"/>
                <a:gd name="T6" fmla="*/ 23 w 26"/>
                <a:gd name="T7" fmla="*/ 14 h 39"/>
                <a:gd name="T8" fmla="*/ 21 w 26"/>
                <a:gd name="T9" fmla="*/ 18 h 39"/>
                <a:gd name="T10" fmla="*/ 17 w 26"/>
                <a:gd name="T11" fmla="*/ 8 h 39"/>
                <a:gd name="T12" fmla="*/ 10 w 26"/>
                <a:gd name="T13" fmla="*/ 1 h 39"/>
                <a:gd name="T14" fmla="*/ 9 w 26"/>
                <a:gd name="T15" fmla="*/ 2 h 39"/>
                <a:gd name="T16" fmla="*/ 13 w 26"/>
                <a:gd name="T17" fmla="*/ 9 h 39"/>
                <a:gd name="T18" fmla="*/ 15 w 26"/>
                <a:gd name="T19" fmla="*/ 13 h 39"/>
                <a:gd name="T20" fmla="*/ 9 w 26"/>
                <a:gd name="T21" fmla="*/ 10 h 39"/>
                <a:gd name="T22" fmla="*/ 0 w 26"/>
                <a:gd name="T23" fmla="*/ 8 h 39"/>
                <a:gd name="T24" fmla="*/ 5 w 26"/>
                <a:gd name="T25" fmla="*/ 12 h 39"/>
                <a:gd name="T26" fmla="*/ 10 w 26"/>
                <a:gd name="T27" fmla="*/ 16 h 39"/>
                <a:gd name="T28" fmla="*/ 5 w 26"/>
                <a:gd name="T29" fmla="*/ 15 h 39"/>
                <a:gd name="T30" fmla="*/ 0 w 26"/>
                <a:gd name="T31" fmla="*/ 16 h 39"/>
                <a:gd name="T32" fmla="*/ 2 w 26"/>
                <a:gd name="T33" fmla="*/ 18 h 39"/>
                <a:gd name="T34" fmla="*/ 1 w 26"/>
                <a:gd name="T35" fmla="*/ 19 h 39"/>
                <a:gd name="T36" fmla="*/ 4 w 26"/>
                <a:gd name="T37" fmla="*/ 20 h 39"/>
                <a:gd name="T38" fmla="*/ 7 w 26"/>
                <a:gd name="T39" fmla="*/ 23 h 39"/>
                <a:gd name="T40" fmla="*/ 16 w 26"/>
                <a:gd name="T41" fmla="*/ 34 h 39"/>
                <a:gd name="T42" fmla="*/ 21 w 26"/>
                <a:gd name="T43" fmla="*/ 39 h 39"/>
                <a:gd name="T44" fmla="*/ 22 w 26"/>
                <a:gd name="T45" fmla="*/ 2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9">
                  <a:moveTo>
                    <a:pt x="22" y="28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1" y="9"/>
                    <a:pt x="23" y="14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8" y="0"/>
                    <a:pt x="9" y="2"/>
                  </a:cubicBezTo>
                  <a:cubicBezTo>
                    <a:pt x="9" y="4"/>
                    <a:pt x="13" y="9"/>
                    <a:pt x="13" y="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11"/>
                    <a:pt x="5" y="12"/>
                  </a:cubicBezTo>
                  <a:cubicBezTo>
                    <a:pt x="8" y="12"/>
                    <a:pt x="10" y="16"/>
                    <a:pt x="10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0" y="15"/>
                    <a:pt x="0" y="16"/>
                  </a:cubicBezTo>
                  <a:cubicBezTo>
                    <a:pt x="0" y="18"/>
                    <a:pt x="2" y="18"/>
                    <a:pt x="2" y="18"/>
                  </a:cubicBezTo>
                  <a:cubicBezTo>
                    <a:pt x="2" y="18"/>
                    <a:pt x="1" y="18"/>
                    <a:pt x="1" y="19"/>
                  </a:cubicBezTo>
                  <a:cubicBezTo>
                    <a:pt x="2" y="20"/>
                    <a:pt x="4" y="20"/>
                    <a:pt x="4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10" y="34"/>
                    <a:pt x="16" y="34"/>
                  </a:cubicBezTo>
                  <a:cubicBezTo>
                    <a:pt x="18" y="34"/>
                    <a:pt x="21" y="39"/>
                    <a:pt x="21" y="39"/>
                  </a:cubicBezTo>
                  <a:lnTo>
                    <a:pt x="22" y="28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0" name="Freeform 139"/>
            <p:cNvSpPr/>
            <p:nvPr/>
          </p:nvSpPr>
          <p:spPr bwMode="auto">
            <a:xfrm>
              <a:off x="10736871" y="4477644"/>
              <a:ext cx="102617" cy="341493"/>
            </a:xfrm>
            <a:custGeom>
              <a:avLst/>
              <a:gdLst>
                <a:gd name="T0" fmla="*/ 16 w 29"/>
                <a:gd name="T1" fmla="*/ 0 h 98"/>
                <a:gd name="T2" fmla="*/ 10 w 29"/>
                <a:gd name="T3" fmla="*/ 12 h 98"/>
                <a:gd name="T4" fmla="*/ 29 w 29"/>
                <a:gd name="T5" fmla="*/ 91 h 98"/>
                <a:gd name="T6" fmla="*/ 19 w 29"/>
                <a:gd name="T7" fmla="*/ 98 h 98"/>
                <a:gd name="T8" fmla="*/ 8 w 29"/>
                <a:gd name="T9" fmla="*/ 90 h 98"/>
                <a:gd name="T10" fmla="*/ 5 w 29"/>
                <a:gd name="T11" fmla="*/ 14 h 98"/>
                <a:gd name="T12" fmla="*/ 0 w 29"/>
                <a:gd name="T13" fmla="*/ 1 h 98"/>
                <a:gd name="T14" fmla="*/ 8 w 29"/>
                <a:gd name="T15" fmla="*/ 1 h 98"/>
                <a:gd name="T16" fmla="*/ 16 w 29"/>
                <a:gd name="T1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8">
                  <a:moveTo>
                    <a:pt x="16" y="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24" y="49"/>
                    <a:pt x="29" y="9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8" y="90"/>
                    <a:pt x="18" y="48"/>
                    <a:pt x="5" y="1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1" name="Freeform 140"/>
            <p:cNvSpPr/>
            <p:nvPr/>
          </p:nvSpPr>
          <p:spPr bwMode="auto">
            <a:xfrm>
              <a:off x="10765469" y="4452411"/>
              <a:ext cx="55514" cy="70654"/>
            </a:xfrm>
            <a:custGeom>
              <a:avLst/>
              <a:gdLst>
                <a:gd name="T0" fmla="*/ 33 w 33"/>
                <a:gd name="T1" fmla="*/ 13 h 42"/>
                <a:gd name="T2" fmla="*/ 21 w 33"/>
                <a:gd name="T3" fmla="*/ 0 h 42"/>
                <a:gd name="T4" fmla="*/ 0 w 33"/>
                <a:gd name="T5" fmla="*/ 17 h 42"/>
                <a:gd name="T6" fmla="*/ 25 w 33"/>
                <a:gd name="T7" fmla="*/ 42 h 42"/>
                <a:gd name="T8" fmla="*/ 33 w 33"/>
                <a:gd name="T9" fmla="*/ 1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2">
                  <a:moveTo>
                    <a:pt x="33" y="13"/>
                  </a:moveTo>
                  <a:lnTo>
                    <a:pt x="21" y="0"/>
                  </a:lnTo>
                  <a:lnTo>
                    <a:pt x="0" y="17"/>
                  </a:lnTo>
                  <a:lnTo>
                    <a:pt x="25" y="42"/>
                  </a:lnTo>
                  <a:lnTo>
                    <a:pt x="33" y="1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2" name="Freeform 141"/>
            <p:cNvSpPr/>
            <p:nvPr/>
          </p:nvSpPr>
          <p:spPr bwMode="auto">
            <a:xfrm>
              <a:off x="10691451" y="4455775"/>
              <a:ext cx="74018" cy="63925"/>
            </a:xfrm>
            <a:custGeom>
              <a:avLst/>
              <a:gdLst>
                <a:gd name="T0" fmla="*/ 44 w 44"/>
                <a:gd name="T1" fmla="*/ 15 h 38"/>
                <a:gd name="T2" fmla="*/ 15 w 44"/>
                <a:gd name="T3" fmla="*/ 38 h 38"/>
                <a:gd name="T4" fmla="*/ 0 w 44"/>
                <a:gd name="T5" fmla="*/ 11 h 38"/>
                <a:gd name="T6" fmla="*/ 15 w 44"/>
                <a:gd name="T7" fmla="*/ 0 h 38"/>
                <a:gd name="T8" fmla="*/ 44 w 44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38">
                  <a:moveTo>
                    <a:pt x="44" y="15"/>
                  </a:moveTo>
                  <a:lnTo>
                    <a:pt x="15" y="38"/>
                  </a:lnTo>
                  <a:lnTo>
                    <a:pt x="0" y="11"/>
                  </a:lnTo>
                  <a:lnTo>
                    <a:pt x="15" y="0"/>
                  </a:lnTo>
                  <a:lnTo>
                    <a:pt x="44" y="1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3" name="Freeform 142"/>
            <p:cNvSpPr/>
            <p:nvPr/>
          </p:nvSpPr>
          <p:spPr bwMode="auto">
            <a:xfrm>
              <a:off x="10820983" y="4581942"/>
              <a:ext cx="74018" cy="94205"/>
            </a:xfrm>
            <a:custGeom>
              <a:avLst/>
              <a:gdLst>
                <a:gd name="T0" fmla="*/ 19 w 21"/>
                <a:gd name="T1" fmla="*/ 2 h 27"/>
                <a:gd name="T2" fmla="*/ 0 w 21"/>
                <a:gd name="T3" fmla="*/ 4 h 27"/>
                <a:gd name="T4" fmla="*/ 4 w 21"/>
                <a:gd name="T5" fmla="*/ 23 h 27"/>
                <a:gd name="T6" fmla="*/ 14 w 21"/>
                <a:gd name="T7" fmla="*/ 27 h 27"/>
                <a:gd name="T8" fmla="*/ 21 w 21"/>
                <a:gd name="T9" fmla="*/ 21 h 27"/>
                <a:gd name="T10" fmla="*/ 19 w 21"/>
                <a:gd name="T11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7">
                  <a:moveTo>
                    <a:pt x="19" y="2"/>
                  </a:moveTo>
                  <a:cubicBezTo>
                    <a:pt x="19" y="2"/>
                    <a:pt x="9" y="0"/>
                    <a:pt x="0" y="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21" y="21"/>
                    <a:pt x="21" y="21"/>
                    <a:pt x="21" y="21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4" name="Freeform 143"/>
            <p:cNvSpPr/>
            <p:nvPr/>
          </p:nvSpPr>
          <p:spPr bwMode="auto">
            <a:xfrm>
              <a:off x="10467714" y="4909977"/>
              <a:ext cx="615696" cy="1106907"/>
            </a:xfrm>
            <a:custGeom>
              <a:avLst/>
              <a:gdLst>
                <a:gd name="T0" fmla="*/ 117 w 176"/>
                <a:gd name="T1" fmla="*/ 1 h 317"/>
                <a:gd name="T2" fmla="*/ 51 w 176"/>
                <a:gd name="T3" fmla="*/ 0 h 317"/>
                <a:gd name="T4" fmla="*/ 46 w 176"/>
                <a:gd name="T5" fmla="*/ 25 h 317"/>
                <a:gd name="T6" fmla="*/ 7 w 176"/>
                <a:gd name="T7" fmla="*/ 153 h 317"/>
                <a:gd name="T8" fmla="*/ 20 w 176"/>
                <a:gd name="T9" fmla="*/ 283 h 317"/>
                <a:gd name="T10" fmla="*/ 4 w 176"/>
                <a:gd name="T11" fmla="*/ 310 h 317"/>
                <a:gd name="T12" fmla="*/ 39 w 176"/>
                <a:gd name="T13" fmla="*/ 291 h 317"/>
                <a:gd name="T14" fmla="*/ 34 w 176"/>
                <a:gd name="T15" fmla="*/ 157 h 317"/>
                <a:gd name="T16" fmla="*/ 85 w 176"/>
                <a:gd name="T17" fmla="*/ 68 h 317"/>
                <a:gd name="T18" fmla="*/ 137 w 176"/>
                <a:gd name="T19" fmla="*/ 166 h 317"/>
                <a:gd name="T20" fmla="*/ 127 w 176"/>
                <a:gd name="T21" fmla="*/ 291 h 317"/>
                <a:gd name="T22" fmla="*/ 175 w 176"/>
                <a:gd name="T23" fmla="*/ 307 h 317"/>
                <a:gd name="T24" fmla="*/ 147 w 176"/>
                <a:gd name="T25" fmla="*/ 284 h 317"/>
                <a:gd name="T26" fmla="*/ 164 w 176"/>
                <a:gd name="T27" fmla="*/ 160 h 317"/>
                <a:gd name="T28" fmla="*/ 119 w 176"/>
                <a:gd name="T29" fmla="*/ 21 h 317"/>
                <a:gd name="T30" fmla="*/ 117 w 176"/>
                <a:gd name="T31" fmla="*/ 1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6" h="317">
                  <a:moveTo>
                    <a:pt x="117" y="1"/>
                  </a:moveTo>
                  <a:cubicBezTo>
                    <a:pt x="117" y="1"/>
                    <a:pt x="80" y="12"/>
                    <a:pt x="51" y="0"/>
                  </a:cubicBezTo>
                  <a:cubicBezTo>
                    <a:pt x="51" y="0"/>
                    <a:pt x="47" y="19"/>
                    <a:pt x="46" y="25"/>
                  </a:cubicBezTo>
                  <a:cubicBezTo>
                    <a:pt x="39" y="61"/>
                    <a:pt x="8" y="117"/>
                    <a:pt x="7" y="153"/>
                  </a:cubicBezTo>
                  <a:cubicBezTo>
                    <a:pt x="6" y="193"/>
                    <a:pt x="20" y="283"/>
                    <a:pt x="20" y="283"/>
                  </a:cubicBezTo>
                  <a:cubicBezTo>
                    <a:pt x="0" y="305"/>
                    <a:pt x="4" y="310"/>
                    <a:pt x="4" y="310"/>
                  </a:cubicBezTo>
                  <a:cubicBezTo>
                    <a:pt x="33" y="316"/>
                    <a:pt x="39" y="291"/>
                    <a:pt x="39" y="291"/>
                  </a:cubicBezTo>
                  <a:cubicBezTo>
                    <a:pt x="39" y="291"/>
                    <a:pt x="28" y="196"/>
                    <a:pt x="34" y="157"/>
                  </a:cubicBezTo>
                  <a:cubicBezTo>
                    <a:pt x="38" y="131"/>
                    <a:pt x="75" y="68"/>
                    <a:pt x="85" y="68"/>
                  </a:cubicBezTo>
                  <a:cubicBezTo>
                    <a:pt x="93" y="68"/>
                    <a:pt x="132" y="149"/>
                    <a:pt x="137" y="166"/>
                  </a:cubicBezTo>
                  <a:cubicBezTo>
                    <a:pt x="142" y="182"/>
                    <a:pt x="127" y="291"/>
                    <a:pt x="127" y="291"/>
                  </a:cubicBezTo>
                  <a:cubicBezTo>
                    <a:pt x="127" y="291"/>
                    <a:pt x="153" y="317"/>
                    <a:pt x="175" y="307"/>
                  </a:cubicBezTo>
                  <a:cubicBezTo>
                    <a:pt x="175" y="307"/>
                    <a:pt x="176" y="296"/>
                    <a:pt x="147" y="284"/>
                  </a:cubicBezTo>
                  <a:cubicBezTo>
                    <a:pt x="147" y="284"/>
                    <a:pt x="162" y="213"/>
                    <a:pt x="164" y="160"/>
                  </a:cubicBezTo>
                  <a:cubicBezTo>
                    <a:pt x="165" y="138"/>
                    <a:pt x="128" y="58"/>
                    <a:pt x="119" y="21"/>
                  </a:cubicBezTo>
                  <a:cubicBezTo>
                    <a:pt x="118" y="16"/>
                    <a:pt x="117" y="1"/>
                    <a:pt x="117" y="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5" name="Freeform 144"/>
            <p:cNvSpPr/>
            <p:nvPr/>
          </p:nvSpPr>
          <p:spPr bwMode="auto">
            <a:xfrm>
              <a:off x="10755375" y="4938575"/>
              <a:ext cx="62243" cy="38692"/>
            </a:xfrm>
            <a:custGeom>
              <a:avLst/>
              <a:gdLst>
                <a:gd name="T0" fmla="*/ 18 w 18"/>
                <a:gd name="T1" fmla="*/ 0 h 11"/>
                <a:gd name="T2" fmla="*/ 18 w 18"/>
                <a:gd name="T3" fmla="*/ 7 h 11"/>
                <a:gd name="T4" fmla="*/ 0 w 18"/>
                <a:gd name="T5" fmla="*/ 9 h 11"/>
                <a:gd name="T6" fmla="*/ 0 w 18"/>
                <a:gd name="T7" fmla="*/ 2 h 11"/>
                <a:gd name="T8" fmla="*/ 18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8" y="0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9" y="11"/>
                    <a:pt x="0" y="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9" y="2"/>
                    <a:pt x="18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6" name="Freeform 145"/>
            <p:cNvSpPr/>
            <p:nvPr/>
          </p:nvSpPr>
          <p:spPr bwMode="auto">
            <a:xfrm>
              <a:off x="10472761" y="2596910"/>
              <a:ext cx="230466" cy="324671"/>
            </a:xfrm>
            <a:custGeom>
              <a:avLst/>
              <a:gdLst>
                <a:gd name="T0" fmla="*/ 66 w 66"/>
                <a:gd name="T1" fmla="*/ 71 h 93"/>
                <a:gd name="T2" fmla="*/ 54 w 66"/>
                <a:gd name="T3" fmla="*/ 93 h 93"/>
                <a:gd name="T4" fmla="*/ 31 w 66"/>
                <a:gd name="T5" fmla="*/ 87 h 93"/>
                <a:gd name="T6" fmla="*/ 30 w 66"/>
                <a:gd name="T7" fmla="*/ 74 h 93"/>
                <a:gd name="T8" fmla="*/ 7 w 66"/>
                <a:gd name="T9" fmla="*/ 50 h 93"/>
                <a:gd name="T10" fmla="*/ 20 w 66"/>
                <a:gd name="T11" fmla="*/ 6 h 93"/>
                <a:gd name="T12" fmla="*/ 55 w 66"/>
                <a:gd name="T13" fmla="*/ 25 h 93"/>
                <a:gd name="T14" fmla="*/ 57 w 66"/>
                <a:gd name="T15" fmla="*/ 50 h 93"/>
                <a:gd name="T16" fmla="*/ 66 w 66"/>
                <a:gd name="T17" fmla="*/ 7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93">
                  <a:moveTo>
                    <a:pt x="66" y="71"/>
                  </a:moveTo>
                  <a:cubicBezTo>
                    <a:pt x="54" y="93"/>
                    <a:pt x="54" y="93"/>
                    <a:pt x="54" y="93"/>
                  </a:cubicBezTo>
                  <a:cubicBezTo>
                    <a:pt x="31" y="87"/>
                    <a:pt x="31" y="87"/>
                    <a:pt x="31" y="87"/>
                  </a:cubicBezTo>
                  <a:cubicBezTo>
                    <a:pt x="31" y="87"/>
                    <a:pt x="38" y="79"/>
                    <a:pt x="30" y="74"/>
                  </a:cubicBezTo>
                  <a:cubicBezTo>
                    <a:pt x="30" y="74"/>
                    <a:pt x="15" y="79"/>
                    <a:pt x="7" y="50"/>
                  </a:cubicBezTo>
                  <a:cubicBezTo>
                    <a:pt x="1" y="29"/>
                    <a:pt x="0" y="14"/>
                    <a:pt x="20" y="6"/>
                  </a:cubicBezTo>
                  <a:cubicBezTo>
                    <a:pt x="36" y="0"/>
                    <a:pt x="49" y="8"/>
                    <a:pt x="55" y="25"/>
                  </a:cubicBezTo>
                  <a:cubicBezTo>
                    <a:pt x="60" y="38"/>
                    <a:pt x="58" y="45"/>
                    <a:pt x="57" y="50"/>
                  </a:cubicBezTo>
                  <a:cubicBezTo>
                    <a:pt x="54" y="57"/>
                    <a:pt x="52" y="61"/>
                    <a:pt x="66" y="71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7" name="Freeform 146"/>
            <p:cNvSpPr/>
            <p:nvPr/>
          </p:nvSpPr>
          <p:spPr bwMode="auto">
            <a:xfrm>
              <a:off x="10577059" y="2763452"/>
              <a:ext cx="126168" cy="158130"/>
            </a:xfrm>
            <a:custGeom>
              <a:avLst/>
              <a:gdLst>
                <a:gd name="T0" fmla="*/ 36 w 36"/>
                <a:gd name="T1" fmla="*/ 23 h 45"/>
                <a:gd name="T2" fmla="*/ 24 w 36"/>
                <a:gd name="T3" fmla="*/ 45 h 45"/>
                <a:gd name="T4" fmla="*/ 1 w 36"/>
                <a:gd name="T5" fmla="*/ 39 h 45"/>
                <a:gd name="T6" fmla="*/ 0 w 36"/>
                <a:gd name="T7" fmla="*/ 26 h 45"/>
                <a:gd name="T8" fmla="*/ 19 w 36"/>
                <a:gd name="T9" fmla="*/ 1 h 45"/>
                <a:gd name="T10" fmla="*/ 27 w 36"/>
                <a:gd name="T11" fmla="*/ 2 h 45"/>
                <a:gd name="T12" fmla="*/ 36 w 36"/>
                <a:gd name="T13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5">
                  <a:moveTo>
                    <a:pt x="36" y="23"/>
                  </a:moveTo>
                  <a:cubicBezTo>
                    <a:pt x="24" y="45"/>
                    <a:pt x="24" y="45"/>
                    <a:pt x="24" y="45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8" y="31"/>
                    <a:pt x="0" y="26"/>
                  </a:cubicBezTo>
                  <a:cubicBezTo>
                    <a:pt x="10" y="21"/>
                    <a:pt x="12" y="3"/>
                    <a:pt x="19" y="1"/>
                  </a:cubicBezTo>
                  <a:cubicBezTo>
                    <a:pt x="21" y="0"/>
                    <a:pt x="24" y="1"/>
                    <a:pt x="27" y="2"/>
                  </a:cubicBezTo>
                  <a:cubicBezTo>
                    <a:pt x="24" y="9"/>
                    <a:pt x="22" y="13"/>
                    <a:pt x="36" y="2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8" name="Freeform 147"/>
            <p:cNvSpPr/>
            <p:nvPr/>
          </p:nvSpPr>
          <p:spPr bwMode="auto">
            <a:xfrm>
              <a:off x="10541733" y="2630555"/>
              <a:ext cx="469343" cy="746910"/>
            </a:xfrm>
            <a:custGeom>
              <a:avLst/>
              <a:gdLst>
                <a:gd name="T0" fmla="*/ 81 w 134"/>
                <a:gd name="T1" fmla="*/ 86 h 214"/>
                <a:gd name="T2" fmla="*/ 123 w 134"/>
                <a:gd name="T3" fmla="*/ 83 h 214"/>
                <a:gd name="T4" fmla="*/ 62 w 134"/>
                <a:gd name="T5" fmla="*/ 0 h 214"/>
                <a:gd name="T6" fmla="*/ 53 w 134"/>
                <a:gd name="T7" fmla="*/ 8 h 214"/>
                <a:gd name="T8" fmla="*/ 91 w 134"/>
                <a:gd name="T9" fmla="*/ 56 h 214"/>
                <a:gd name="T10" fmla="*/ 61 w 134"/>
                <a:gd name="T11" fmla="*/ 56 h 214"/>
                <a:gd name="T12" fmla="*/ 0 w 134"/>
                <a:gd name="T13" fmla="*/ 82 h 214"/>
                <a:gd name="T14" fmla="*/ 0 w 134"/>
                <a:gd name="T15" fmla="*/ 115 h 214"/>
                <a:gd name="T16" fmla="*/ 3 w 134"/>
                <a:gd name="T17" fmla="*/ 198 h 214"/>
                <a:gd name="T18" fmla="*/ 73 w 134"/>
                <a:gd name="T19" fmla="*/ 214 h 214"/>
                <a:gd name="T20" fmla="*/ 81 w 134"/>
                <a:gd name="T21" fmla="*/ 86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214">
                  <a:moveTo>
                    <a:pt x="81" y="86"/>
                  </a:moveTo>
                  <a:cubicBezTo>
                    <a:pt x="81" y="86"/>
                    <a:pt x="119" y="93"/>
                    <a:pt x="123" y="83"/>
                  </a:cubicBezTo>
                  <a:cubicBezTo>
                    <a:pt x="134" y="60"/>
                    <a:pt x="62" y="0"/>
                    <a:pt x="62" y="0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1" y="56"/>
                    <a:pt x="68" y="55"/>
                    <a:pt x="61" y="56"/>
                  </a:cubicBezTo>
                  <a:cubicBezTo>
                    <a:pt x="45" y="59"/>
                    <a:pt x="0" y="82"/>
                    <a:pt x="0" y="8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13" y="130"/>
                    <a:pt x="7" y="176"/>
                    <a:pt x="3" y="198"/>
                  </a:cubicBezTo>
                  <a:cubicBezTo>
                    <a:pt x="73" y="214"/>
                    <a:pt x="73" y="214"/>
                    <a:pt x="73" y="214"/>
                  </a:cubicBezTo>
                  <a:cubicBezTo>
                    <a:pt x="73" y="214"/>
                    <a:pt x="97" y="153"/>
                    <a:pt x="81" y="8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19" name="Freeform 148"/>
            <p:cNvSpPr/>
            <p:nvPr/>
          </p:nvSpPr>
          <p:spPr bwMode="auto">
            <a:xfrm>
              <a:off x="10457621" y="2585135"/>
              <a:ext cx="227102" cy="196821"/>
            </a:xfrm>
            <a:custGeom>
              <a:avLst/>
              <a:gdLst>
                <a:gd name="T0" fmla="*/ 27 w 65"/>
                <a:gd name="T1" fmla="*/ 23 h 56"/>
                <a:gd name="T2" fmla="*/ 39 w 65"/>
                <a:gd name="T3" fmla="*/ 31 h 56"/>
                <a:gd name="T4" fmla="*/ 49 w 65"/>
                <a:gd name="T5" fmla="*/ 39 h 56"/>
                <a:gd name="T6" fmla="*/ 54 w 65"/>
                <a:gd name="T7" fmla="*/ 31 h 56"/>
                <a:gd name="T8" fmla="*/ 54 w 65"/>
                <a:gd name="T9" fmla="*/ 50 h 56"/>
                <a:gd name="T10" fmla="*/ 60 w 65"/>
                <a:gd name="T11" fmla="*/ 56 h 56"/>
                <a:gd name="T12" fmla="*/ 65 w 65"/>
                <a:gd name="T13" fmla="*/ 50 h 56"/>
                <a:gd name="T14" fmla="*/ 50 w 65"/>
                <a:gd name="T15" fmla="*/ 7 h 56"/>
                <a:gd name="T16" fmla="*/ 40 w 65"/>
                <a:gd name="T17" fmla="*/ 7 h 56"/>
                <a:gd name="T18" fmla="*/ 24 w 65"/>
                <a:gd name="T19" fmla="*/ 3 h 56"/>
                <a:gd name="T20" fmla="*/ 1 w 65"/>
                <a:gd name="T21" fmla="*/ 32 h 56"/>
                <a:gd name="T22" fmla="*/ 10 w 65"/>
                <a:gd name="T23" fmla="*/ 47 h 56"/>
                <a:gd name="T24" fmla="*/ 12 w 65"/>
                <a:gd name="T25" fmla="*/ 38 h 56"/>
                <a:gd name="T26" fmla="*/ 27 w 65"/>
                <a:gd name="T27" fmla="*/ 2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" h="56">
                  <a:moveTo>
                    <a:pt x="27" y="23"/>
                  </a:moveTo>
                  <a:cubicBezTo>
                    <a:pt x="27" y="22"/>
                    <a:pt x="32" y="31"/>
                    <a:pt x="39" y="31"/>
                  </a:cubicBezTo>
                  <a:cubicBezTo>
                    <a:pt x="45" y="31"/>
                    <a:pt x="49" y="39"/>
                    <a:pt x="49" y="39"/>
                  </a:cubicBezTo>
                  <a:cubicBezTo>
                    <a:pt x="49" y="39"/>
                    <a:pt x="48" y="29"/>
                    <a:pt x="54" y="31"/>
                  </a:cubicBezTo>
                  <a:cubicBezTo>
                    <a:pt x="60" y="33"/>
                    <a:pt x="61" y="52"/>
                    <a:pt x="54" y="50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0" y="56"/>
                    <a:pt x="65" y="53"/>
                    <a:pt x="65" y="50"/>
                  </a:cubicBezTo>
                  <a:cubicBezTo>
                    <a:pt x="65" y="46"/>
                    <a:pt x="63" y="12"/>
                    <a:pt x="50" y="7"/>
                  </a:cubicBezTo>
                  <a:cubicBezTo>
                    <a:pt x="36" y="3"/>
                    <a:pt x="40" y="7"/>
                    <a:pt x="40" y="7"/>
                  </a:cubicBezTo>
                  <a:cubicBezTo>
                    <a:pt x="40" y="7"/>
                    <a:pt x="36" y="0"/>
                    <a:pt x="24" y="3"/>
                  </a:cubicBezTo>
                  <a:cubicBezTo>
                    <a:pt x="13" y="6"/>
                    <a:pt x="0" y="26"/>
                    <a:pt x="1" y="32"/>
                  </a:cubicBezTo>
                  <a:cubicBezTo>
                    <a:pt x="1" y="39"/>
                    <a:pt x="10" y="47"/>
                    <a:pt x="10" y="47"/>
                  </a:cubicBezTo>
                  <a:cubicBezTo>
                    <a:pt x="10" y="47"/>
                    <a:pt x="8" y="42"/>
                    <a:pt x="12" y="38"/>
                  </a:cubicBezTo>
                  <a:cubicBezTo>
                    <a:pt x="16" y="34"/>
                    <a:pt x="26" y="29"/>
                    <a:pt x="27" y="23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0" name="Freeform 149"/>
            <p:cNvSpPr/>
            <p:nvPr/>
          </p:nvSpPr>
          <p:spPr bwMode="auto">
            <a:xfrm>
              <a:off x="10566966" y="2892983"/>
              <a:ext cx="79065" cy="344858"/>
            </a:xfrm>
            <a:custGeom>
              <a:avLst/>
              <a:gdLst>
                <a:gd name="T0" fmla="*/ 21 w 23"/>
                <a:gd name="T1" fmla="*/ 2 h 99"/>
                <a:gd name="T2" fmla="*/ 18 w 23"/>
                <a:gd name="T3" fmla="*/ 15 h 99"/>
                <a:gd name="T4" fmla="*/ 21 w 23"/>
                <a:gd name="T5" fmla="*/ 88 h 99"/>
                <a:gd name="T6" fmla="*/ 5 w 23"/>
                <a:gd name="T7" fmla="*/ 99 h 99"/>
                <a:gd name="T8" fmla="*/ 0 w 23"/>
                <a:gd name="T9" fmla="*/ 88 h 99"/>
                <a:gd name="T10" fmla="*/ 8 w 23"/>
                <a:gd name="T11" fmla="*/ 68 h 99"/>
                <a:gd name="T12" fmla="*/ 14 w 23"/>
                <a:gd name="T13" fmla="*/ 15 h 99"/>
                <a:gd name="T14" fmla="*/ 8 w 23"/>
                <a:gd name="T15" fmla="*/ 6 h 99"/>
                <a:gd name="T16" fmla="*/ 12 w 23"/>
                <a:gd name="T17" fmla="*/ 0 h 99"/>
                <a:gd name="T18" fmla="*/ 21 w 23"/>
                <a:gd name="T19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99">
                  <a:moveTo>
                    <a:pt x="21" y="2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23" y="64"/>
                    <a:pt x="21" y="88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3" y="85"/>
                    <a:pt x="8" y="68"/>
                  </a:cubicBezTo>
                  <a:cubicBezTo>
                    <a:pt x="12" y="52"/>
                    <a:pt x="14" y="15"/>
                    <a:pt x="14" y="1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1" y="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1" name="Freeform 150"/>
            <p:cNvSpPr/>
            <p:nvPr/>
          </p:nvSpPr>
          <p:spPr bwMode="auto">
            <a:xfrm>
              <a:off x="10566966" y="2815600"/>
              <a:ext cx="146355" cy="126168"/>
            </a:xfrm>
            <a:custGeom>
              <a:avLst/>
              <a:gdLst>
                <a:gd name="T0" fmla="*/ 14 w 87"/>
                <a:gd name="T1" fmla="*/ 33 h 75"/>
                <a:gd name="T2" fmla="*/ 27 w 87"/>
                <a:gd name="T3" fmla="*/ 40 h 75"/>
                <a:gd name="T4" fmla="*/ 62 w 87"/>
                <a:gd name="T5" fmla="*/ 0 h 75"/>
                <a:gd name="T6" fmla="*/ 87 w 87"/>
                <a:gd name="T7" fmla="*/ 9 h 75"/>
                <a:gd name="T8" fmla="*/ 66 w 87"/>
                <a:gd name="T9" fmla="*/ 69 h 75"/>
                <a:gd name="T10" fmla="*/ 27 w 87"/>
                <a:gd name="T11" fmla="*/ 50 h 75"/>
                <a:gd name="T12" fmla="*/ 14 w 87"/>
                <a:gd name="T13" fmla="*/ 75 h 75"/>
                <a:gd name="T14" fmla="*/ 0 w 87"/>
                <a:gd name="T15" fmla="*/ 54 h 75"/>
                <a:gd name="T16" fmla="*/ 14 w 87"/>
                <a:gd name="T17" fmla="*/ 3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75">
                  <a:moveTo>
                    <a:pt x="14" y="33"/>
                  </a:moveTo>
                  <a:lnTo>
                    <a:pt x="27" y="40"/>
                  </a:lnTo>
                  <a:lnTo>
                    <a:pt x="62" y="0"/>
                  </a:lnTo>
                  <a:lnTo>
                    <a:pt x="87" y="9"/>
                  </a:lnTo>
                  <a:lnTo>
                    <a:pt x="66" y="69"/>
                  </a:lnTo>
                  <a:lnTo>
                    <a:pt x="27" y="50"/>
                  </a:lnTo>
                  <a:lnTo>
                    <a:pt x="14" y="75"/>
                  </a:lnTo>
                  <a:lnTo>
                    <a:pt x="0" y="54"/>
                  </a:lnTo>
                  <a:lnTo>
                    <a:pt x="14" y="3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2" name="Freeform 151"/>
            <p:cNvSpPr/>
            <p:nvPr/>
          </p:nvSpPr>
          <p:spPr bwMode="auto">
            <a:xfrm>
              <a:off x="10699862" y="2585135"/>
              <a:ext cx="58879" cy="102617"/>
            </a:xfrm>
            <a:custGeom>
              <a:avLst/>
              <a:gdLst>
                <a:gd name="T0" fmla="*/ 17 w 17"/>
                <a:gd name="T1" fmla="*/ 15 h 29"/>
                <a:gd name="T2" fmla="*/ 4 w 17"/>
                <a:gd name="T3" fmla="*/ 0 h 29"/>
                <a:gd name="T4" fmla="*/ 4 w 17"/>
                <a:gd name="T5" fmla="*/ 18 h 29"/>
                <a:gd name="T6" fmla="*/ 17 w 17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9">
                  <a:moveTo>
                    <a:pt x="17" y="15"/>
                  </a:moveTo>
                  <a:cubicBezTo>
                    <a:pt x="17" y="15"/>
                    <a:pt x="8" y="0"/>
                    <a:pt x="4" y="0"/>
                  </a:cubicBezTo>
                  <a:cubicBezTo>
                    <a:pt x="0" y="0"/>
                    <a:pt x="4" y="18"/>
                    <a:pt x="4" y="18"/>
                  </a:cubicBezTo>
                  <a:cubicBezTo>
                    <a:pt x="4" y="18"/>
                    <a:pt x="9" y="29"/>
                    <a:pt x="17" y="1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3" name="Freeform 152"/>
            <p:cNvSpPr/>
            <p:nvPr/>
          </p:nvSpPr>
          <p:spPr bwMode="auto">
            <a:xfrm>
              <a:off x="10010148" y="3305130"/>
              <a:ext cx="787284" cy="1273449"/>
            </a:xfrm>
            <a:custGeom>
              <a:avLst/>
              <a:gdLst>
                <a:gd name="T0" fmla="*/ 225 w 225"/>
                <a:gd name="T1" fmla="*/ 21 h 365"/>
                <a:gd name="T2" fmla="*/ 182 w 225"/>
                <a:gd name="T3" fmla="*/ 202 h 365"/>
                <a:gd name="T4" fmla="*/ 190 w 225"/>
                <a:gd name="T5" fmla="*/ 322 h 365"/>
                <a:gd name="T6" fmla="*/ 174 w 225"/>
                <a:gd name="T7" fmla="*/ 362 h 365"/>
                <a:gd name="T8" fmla="*/ 173 w 225"/>
                <a:gd name="T9" fmla="*/ 324 h 365"/>
                <a:gd name="T10" fmla="*/ 152 w 225"/>
                <a:gd name="T11" fmla="*/ 196 h 365"/>
                <a:gd name="T12" fmla="*/ 161 w 225"/>
                <a:gd name="T13" fmla="*/ 62 h 365"/>
                <a:gd name="T14" fmla="*/ 92 w 225"/>
                <a:gd name="T15" fmla="*/ 143 h 365"/>
                <a:gd name="T16" fmla="*/ 61 w 225"/>
                <a:gd name="T17" fmla="*/ 289 h 365"/>
                <a:gd name="T18" fmla="*/ 0 w 225"/>
                <a:gd name="T19" fmla="*/ 275 h 365"/>
                <a:gd name="T20" fmla="*/ 37 w 225"/>
                <a:gd name="T21" fmla="*/ 270 h 365"/>
                <a:gd name="T22" fmla="*/ 69 w 225"/>
                <a:gd name="T23" fmla="*/ 126 h 365"/>
                <a:gd name="T24" fmla="*/ 155 w 225"/>
                <a:gd name="T25" fmla="*/ 5 h 365"/>
                <a:gd name="T26" fmla="*/ 225 w 225"/>
                <a:gd name="T27" fmla="*/ 2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5" h="365">
                  <a:moveTo>
                    <a:pt x="225" y="21"/>
                  </a:moveTo>
                  <a:cubicBezTo>
                    <a:pt x="182" y="202"/>
                    <a:pt x="182" y="202"/>
                    <a:pt x="182" y="20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1" y="365"/>
                    <a:pt x="174" y="362"/>
                  </a:cubicBezTo>
                  <a:cubicBezTo>
                    <a:pt x="158" y="359"/>
                    <a:pt x="165" y="343"/>
                    <a:pt x="173" y="324"/>
                  </a:cubicBezTo>
                  <a:cubicBezTo>
                    <a:pt x="173" y="324"/>
                    <a:pt x="152" y="230"/>
                    <a:pt x="152" y="196"/>
                  </a:cubicBezTo>
                  <a:cubicBezTo>
                    <a:pt x="152" y="162"/>
                    <a:pt x="161" y="62"/>
                    <a:pt x="161" y="62"/>
                  </a:cubicBezTo>
                  <a:cubicBezTo>
                    <a:pt x="92" y="143"/>
                    <a:pt x="92" y="143"/>
                    <a:pt x="92" y="143"/>
                  </a:cubicBezTo>
                  <a:cubicBezTo>
                    <a:pt x="61" y="289"/>
                    <a:pt x="61" y="289"/>
                    <a:pt x="61" y="289"/>
                  </a:cubicBezTo>
                  <a:cubicBezTo>
                    <a:pt x="61" y="289"/>
                    <a:pt x="22" y="291"/>
                    <a:pt x="0" y="275"/>
                  </a:cubicBezTo>
                  <a:cubicBezTo>
                    <a:pt x="0" y="275"/>
                    <a:pt x="10" y="263"/>
                    <a:pt x="37" y="270"/>
                  </a:cubicBezTo>
                  <a:cubicBezTo>
                    <a:pt x="37" y="270"/>
                    <a:pt x="53" y="159"/>
                    <a:pt x="69" y="126"/>
                  </a:cubicBezTo>
                  <a:cubicBezTo>
                    <a:pt x="84" y="92"/>
                    <a:pt x="137" y="35"/>
                    <a:pt x="155" y="5"/>
                  </a:cubicBezTo>
                  <a:cubicBezTo>
                    <a:pt x="155" y="5"/>
                    <a:pt x="181" y="0"/>
                    <a:pt x="225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4" name="Freeform 153"/>
            <p:cNvSpPr/>
            <p:nvPr/>
          </p:nvSpPr>
          <p:spPr bwMode="auto">
            <a:xfrm>
              <a:off x="10570330" y="3321952"/>
              <a:ext cx="68972" cy="42056"/>
            </a:xfrm>
            <a:custGeom>
              <a:avLst/>
              <a:gdLst>
                <a:gd name="T0" fmla="*/ 0 w 20"/>
                <a:gd name="T1" fmla="*/ 9 h 12"/>
                <a:gd name="T2" fmla="*/ 17 w 20"/>
                <a:gd name="T3" fmla="*/ 12 h 12"/>
                <a:gd name="T4" fmla="*/ 20 w 20"/>
                <a:gd name="T5" fmla="*/ 4 h 12"/>
                <a:gd name="T6" fmla="*/ 2 w 20"/>
                <a:gd name="T7" fmla="*/ 2 h 12"/>
                <a:gd name="T8" fmla="*/ 0 w 20"/>
                <a:gd name="T9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2">
                  <a:moveTo>
                    <a:pt x="0" y="9"/>
                  </a:moveTo>
                  <a:cubicBezTo>
                    <a:pt x="0" y="9"/>
                    <a:pt x="7" y="7"/>
                    <a:pt x="17" y="12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10" y="0"/>
                    <a:pt x="2" y="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5" name="Freeform 154"/>
            <p:cNvSpPr/>
            <p:nvPr/>
          </p:nvSpPr>
          <p:spPr bwMode="auto">
            <a:xfrm>
              <a:off x="10972384" y="2721395"/>
              <a:ext cx="79065" cy="223737"/>
            </a:xfrm>
            <a:custGeom>
              <a:avLst/>
              <a:gdLst>
                <a:gd name="T0" fmla="*/ 13 w 23"/>
                <a:gd name="T1" fmla="*/ 50 h 64"/>
                <a:gd name="T2" fmla="*/ 21 w 23"/>
                <a:gd name="T3" fmla="*/ 43 h 64"/>
                <a:gd name="T4" fmla="*/ 15 w 23"/>
                <a:gd name="T5" fmla="*/ 0 h 64"/>
                <a:gd name="T6" fmla="*/ 8 w 23"/>
                <a:gd name="T7" fmla="*/ 17 h 64"/>
                <a:gd name="T8" fmla="*/ 7 w 23"/>
                <a:gd name="T9" fmla="*/ 39 h 64"/>
                <a:gd name="T10" fmla="*/ 0 w 23"/>
                <a:gd name="T11" fmla="*/ 64 h 64"/>
                <a:gd name="T12" fmla="*/ 13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3" y="50"/>
                  </a:moveTo>
                  <a:cubicBezTo>
                    <a:pt x="13" y="50"/>
                    <a:pt x="20" y="45"/>
                    <a:pt x="21" y="43"/>
                  </a:cubicBezTo>
                  <a:cubicBezTo>
                    <a:pt x="23" y="33"/>
                    <a:pt x="15" y="0"/>
                    <a:pt x="15" y="0"/>
                  </a:cubicBezTo>
                  <a:cubicBezTo>
                    <a:pt x="15" y="0"/>
                    <a:pt x="12" y="13"/>
                    <a:pt x="8" y="17"/>
                  </a:cubicBezTo>
                  <a:cubicBezTo>
                    <a:pt x="5" y="22"/>
                    <a:pt x="9" y="35"/>
                    <a:pt x="7" y="39"/>
                  </a:cubicBezTo>
                  <a:cubicBezTo>
                    <a:pt x="5" y="43"/>
                    <a:pt x="0" y="64"/>
                    <a:pt x="0" y="64"/>
                  </a:cubicBezTo>
                  <a:lnTo>
                    <a:pt x="13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6" name="Freeform 155"/>
            <p:cNvSpPr/>
            <p:nvPr/>
          </p:nvSpPr>
          <p:spPr bwMode="auto">
            <a:xfrm>
              <a:off x="11170887" y="2675976"/>
              <a:ext cx="255699" cy="269157"/>
            </a:xfrm>
            <a:custGeom>
              <a:avLst/>
              <a:gdLst>
                <a:gd name="T0" fmla="*/ 68 w 73"/>
                <a:gd name="T1" fmla="*/ 36 h 77"/>
                <a:gd name="T2" fmla="*/ 41 w 73"/>
                <a:gd name="T3" fmla="*/ 60 h 77"/>
                <a:gd name="T4" fmla="*/ 38 w 73"/>
                <a:gd name="T5" fmla="*/ 77 h 77"/>
                <a:gd name="T6" fmla="*/ 13 w 73"/>
                <a:gd name="T7" fmla="*/ 72 h 77"/>
                <a:gd name="T8" fmla="*/ 1 w 73"/>
                <a:gd name="T9" fmla="*/ 33 h 77"/>
                <a:gd name="T10" fmla="*/ 0 w 73"/>
                <a:gd name="T11" fmla="*/ 27 h 77"/>
                <a:gd name="T12" fmla="*/ 42 w 73"/>
                <a:gd name="T13" fmla="*/ 0 h 77"/>
                <a:gd name="T14" fmla="*/ 46 w 73"/>
                <a:gd name="T15" fmla="*/ 0 h 77"/>
                <a:gd name="T16" fmla="*/ 68 w 73"/>
                <a:gd name="T17" fmla="*/ 3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68" y="36"/>
                  </a:moveTo>
                  <a:cubicBezTo>
                    <a:pt x="63" y="53"/>
                    <a:pt x="47" y="55"/>
                    <a:pt x="41" y="60"/>
                  </a:cubicBezTo>
                  <a:cubicBezTo>
                    <a:pt x="35" y="65"/>
                    <a:pt x="38" y="77"/>
                    <a:pt x="38" y="77"/>
                  </a:cubicBezTo>
                  <a:cubicBezTo>
                    <a:pt x="38" y="77"/>
                    <a:pt x="10" y="77"/>
                    <a:pt x="13" y="72"/>
                  </a:cubicBezTo>
                  <a:cubicBezTo>
                    <a:pt x="15" y="68"/>
                    <a:pt x="4" y="46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43" y="0"/>
                    <a:pt x="45" y="0"/>
                    <a:pt x="46" y="0"/>
                  </a:cubicBezTo>
                  <a:cubicBezTo>
                    <a:pt x="64" y="3"/>
                    <a:pt x="73" y="20"/>
                    <a:pt x="68" y="36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7" name="Freeform 156"/>
            <p:cNvSpPr/>
            <p:nvPr/>
          </p:nvSpPr>
          <p:spPr bwMode="auto">
            <a:xfrm>
              <a:off x="11290325" y="2627191"/>
              <a:ext cx="195139" cy="289344"/>
            </a:xfrm>
            <a:custGeom>
              <a:avLst/>
              <a:gdLst>
                <a:gd name="T0" fmla="*/ 1 w 56"/>
                <a:gd name="T1" fmla="*/ 15 h 83"/>
                <a:gd name="T2" fmla="*/ 13 w 56"/>
                <a:gd name="T3" fmla="*/ 1 h 83"/>
                <a:gd name="T4" fmla="*/ 34 w 56"/>
                <a:gd name="T5" fmla="*/ 20 h 83"/>
                <a:gd name="T6" fmla="*/ 36 w 56"/>
                <a:gd name="T7" fmla="*/ 65 h 83"/>
                <a:gd name="T8" fmla="*/ 7 w 56"/>
                <a:gd name="T9" fmla="*/ 78 h 83"/>
                <a:gd name="T10" fmla="*/ 7 w 56"/>
                <a:gd name="T11" fmla="*/ 56 h 83"/>
                <a:gd name="T12" fmla="*/ 7 w 56"/>
                <a:gd name="T13" fmla="*/ 40 h 83"/>
                <a:gd name="T14" fmla="*/ 1 w 56"/>
                <a:gd name="T15" fmla="*/ 1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83">
                  <a:moveTo>
                    <a:pt x="1" y="15"/>
                  </a:moveTo>
                  <a:cubicBezTo>
                    <a:pt x="1" y="15"/>
                    <a:pt x="1" y="0"/>
                    <a:pt x="13" y="1"/>
                  </a:cubicBezTo>
                  <a:cubicBezTo>
                    <a:pt x="26" y="3"/>
                    <a:pt x="34" y="20"/>
                    <a:pt x="34" y="20"/>
                  </a:cubicBezTo>
                  <a:cubicBezTo>
                    <a:pt x="34" y="20"/>
                    <a:pt x="56" y="53"/>
                    <a:pt x="36" y="65"/>
                  </a:cubicBezTo>
                  <a:cubicBezTo>
                    <a:pt x="15" y="76"/>
                    <a:pt x="15" y="83"/>
                    <a:pt x="7" y="78"/>
                  </a:cubicBezTo>
                  <a:cubicBezTo>
                    <a:pt x="0" y="73"/>
                    <a:pt x="1" y="67"/>
                    <a:pt x="7" y="56"/>
                  </a:cubicBezTo>
                  <a:cubicBezTo>
                    <a:pt x="14" y="46"/>
                    <a:pt x="7" y="40"/>
                    <a:pt x="7" y="40"/>
                  </a:cubicBezTo>
                  <a:cubicBezTo>
                    <a:pt x="7" y="40"/>
                    <a:pt x="27" y="27"/>
                    <a:pt x="1" y="1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8" name="Freeform 157"/>
            <p:cNvSpPr/>
            <p:nvPr/>
          </p:nvSpPr>
          <p:spPr bwMode="auto">
            <a:xfrm>
              <a:off x="10814254" y="2871114"/>
              <a:ext cx="639247" cy="573641"/>
            </a:xfrm>
            <a:custGeom>
              <a:avLst/>
              <a:gdLst>
                <a:gd name="T0" fmla="*/ 50 w 183"/>
                <a:gd name="T1" fmla="*/ 0 h 164"/>
                <a:gd name="T2" fmla="*/ 12 w 183"/>
                <a:gd name="T3" fmla="*/ 73 h 164"/>
                <a:gd name="T4" fmla="*/ 64 w 183"/>
                <a:gd name="T5" fmla="*/ 59 h 164"/>
                <a:gd name="T6" fmla="*/ 47 w 183"/>
                <a:gd name="T7" fmla="*/ 160 h 164"/>
                <a:gd name="T8" fmla="*/ 117 w 183"/>
                <a:gd name="T9" fmla="*/ 164 h 164"/>
                <a:gd name="T10" fmla="*/ 140 w 183"/>
                <a:gd name="T11" fmla="*/ 90 h 164"/>
                <a:gd name="T12" fmla="*/ 153 w 183"/>
                <a:gd name="T13" fmla="*/ 19 h 164"/>
                <a:gd name="T14" fmla="*/ 88 w 183"/>
                <a:gd name="T15" fmla="*/ 19 h 164"/>
                <a:gd name="T16" fmla="*/ 47 w 183"/>
                <a:gd name="T17" fmla="*/ 40 h 164"/>
                <a:gd name="T18" fmla="*/ 60 w 183"/>
                <a:gd name="T19" fmla="*/ 8 h 164"/>
                <a:gd name="T20" fmla="*/ 50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50" y="0"/>
                  </a:moveTo>
                  <a:cubicBezTo>
                    <a:pt x="50" y="0"/>
                    <a:pt x="0" y="58"/>
                    <a:pt x="12" y="73"/>
                  </a:cubicBezTo>
                  <a:cubicBezTo>
                    <a:pt x="20" y="83"/>
                    <a:pt x="64" y="59"/>
                    <a:pt x="64" y="59"/>
                  </a:cubicBezTo>
                  <a:cubicBezTo>
                    <a:pt x="64" y="59"/>
                    <a:pt x="46" y="104"/>
                    <a:pt x="47" y="160"/>
                  </a:cubicBezTo>
                  <a:cubicBezTo>
                    <a:pt x="117" y="164"/>
                    <a:pt x="117" y="164"/>
                    <a:pt x="117" y="164"/>
                  </a:cubicBezTo>
                  <a:cubicBezTo>
                    <a:pt x="117" y="164"/>
                    <a:pt x="117" y="121"/>
                    <a:pt x="140" y="90"/>
                  </a:cubicBezTo>
                  <a:cubicBezTo>
                    <a:pt x="159" y="64"/>
                    <a:pt x="183" y="21"/>
                    <a:pt x="153" y="19"/>
                  </a:cubicBezTo>
                  <a:cubicBezTo>
                    <a:pt x="122" y="16"/>
                    <a:pt x="104" y="14"/>
                    <a:pt x="88" y="19"/>
                  </a:cubicBezTo>
                  <a:cubicBezTo>
                    <a:pt x="77" y="22"/>
                    <a:pt x="47" y="40"/>
                    <a:pt x="47" y="40"/>
                  </a:cubicBezTo>
                  <a:cubicBezTo>
                    <a:pt x="60" y="8"/>
                    <a:pt x="60" y="8"/>
                    <a:pt x="60" y="8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29" name="Freeform 158"/>
            <p:cNvSpPr/>
            <p:nvPr/>
          </p:nvSpPr>
          <p:spPr bwMode="auto">
            <a:xfrm>
              <a:off x="11170887" y="2675976"/>
              <a:ext cx="227102" cy="174952"/>
            </a:xfrm>
            <a:custGeom>
              <a:avLst/>
              <a:gdLst>
                <a:gd name="T0" fmla="*/ 46 w 65"/>
                <a:gd name="T1" fmla="*/ 30 h 50"/>
                <a:gd name="T2" fmla="*/ 47 w 65"/>
                <a:gd name="T3" fmla="*/ 47 h 50"/>
                <a:gd name="T4" fmla="*/ 35 w 65"/>
                <a:gd name="T5" fmla="*/ 38 h 50"/>
                <a:gd name="T6" fmla="*/ 1 w 65"/>
                <a:gd name="T7" fmla="*/ 33 h 50"/>
                <a:gd name="T8" fmla="*/ 0 w 65"/>
                <a:gd name="T9" fmla="*/ 27 h 50"/>
                <a:gd name="T10" fmla="*/ 42 w 65"/>
                <a:gd name="T11" fmla="*/ 0 h 50"/>
                <a:gd name="T12" fmla="*/ 57 w 65"/>
                <a:gd name="T13" fmla="*/ 13 h 50"/>
                <a:gd name="T14" fmla="*/ 46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46" y="30"/>
                  </a:moveTo>
                  <a:cubicBezTo>
                    <a:pt x="55" y="31"/>
                    <a:pt x="65" y="43"/>
                    <a:pt x="47" y="47"/>
                  </a:cubicBezTo>
                  <a:cubicBezTo>
                    <a:pt x="34" y="50"/>
                    <a:pt x="35" y="38"/>
                    <a:pt x="35" y="38"/>
                  </a:cubicBezTo>
                  <a:cubicBezTo>
                    <a:pt x="22" y="49"/>
                    <a:pt x="10" y="38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57" y="4"/>
                    <a:pt x="57" y="13"/>
                    <a:pt x="57" y="13"/>
                  </a:cubicBezTo>
                  <a:cubicBezTo>
                    <a:pt x="47" y="17"/>
                    <a:pt x="46" y="30"/>
                    <a:pt x="46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0" name="Freeform 159"/>
            <p:cNvSpPr/>
            <p:nvPr/>
          </p:nvSpPr>
          <p:spPr bwMode="auto">
            <a:xfrm>
              <a:off x="11027897" y="2913170"/>
              <a:ext cx="195139" cy="381867"/>
            </a:xfrm>
            <a:custGeom>
              <a:avLst/>
              <a:gdLst>
                <a:gd name="T0" fmla="*/ 56 w 56"/>
                <a:gd name="T1" fmla="*/ 7 h 109"/>
                <a:gd name="T2" fmla="*/ 54 w 56"/>
                <a:gd name="T3" fmla="*/ 0 h 109"/>
                <a:gd name="T4" fmla="*/ 44 w 56"/>
                <a:gd name="T5" fmla="*/ 7 h 109"/>
                <a:gd name="T6" fmla="*/ 41 w 56"/>
                <a:gd name="T7" fmla="*/ 17 h 109"/>
                <a:gd name="T8" fmla="*/ 0 w 56"/>
                <a:gd name="T9" fmla="*/ 94 h 109"/>
                <a:gd name="T10" fmla="*/ 6 w 56"/>
                <a:gd name="T11" fmla="*/ 109 h 109"/>
                <a:gd name="T12" fmla="*/ 17 w 56"/>
                <a:gd name="T13" fmla="*/ 99 h 109"/>
                <a:gd name="T14" fmla="*/ 46 w 56"/>
                <a:gd name="T15" fmla="*/ 17 h 109"/>
                <a:gd name="T16" fmla="*/ 56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56" y="7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22" y="42"/>
                    <a:pt x="0" y="94"/>
                    <a:pt x="0" y="94"/>
                  </a:cubicBezTo>
                  <a:cubicBezTo>
                    <a:pt x="6" y="109"/>
                    <a:pt x="6" y="109"/>
                    <a:pt x="6" y="10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6" y="74"/>
                    <a:pt x="46" y="17"/>
                    <a:pt x="46" y="17"/>
                  </a:cubicBezTo>
                  <a:lnTo>
                    <a:pt x="56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1" name="Freeform 160"/>
            <p:cNvSpPr/>
            <p:nvPr/>
          </p:nvSpPr>
          <p:spPr bwMode="auto">
            <a:xfrm>
              <a:off x="11157429" y="2899712"/>
              <a:ext cx="156448" cy="62243"/>
            </a:xfrm>
            <a:custGeom>
              <a:avLst/>
              <a:gdLst>
                <a:gd name="T0" fmla="*/ 4 w 45"/>
                <a:gd name="T1" fmla="*/ 10 h 18"/>
                <a:gd name="T2" fmla="*/ 0 w 45"/>
                <a:gd name="T3" fmla="*/ 18 h 18"/>
                <a:gd name="T4" fmla="*/ 14 w 45"/>
                <a:gd name="T5" fmla="*/ 9 h 18"/>
                <a:gd name="T6" fmla="*/ 21 w 45"/>
                <a:gd name="T7" fmla="*/ 18 h 18"/>
                <a:gd name="T8" fmla="*/ 45 w 45"/>
                <a:gd name="T9" fmla="*/ 10 h 18"/>
                <a:gd name="T10" fmla="*/ 43 w 45"/>
                <a:gd name="T11" fmla="*/ 0 h 18"/>
                <a:gd name="T12" fmla="*/ 17 w 45"/>
                <a:gd name="T13" fmla="*/ 4 h 18"/>
                <a:gd name="T14" fmla="*/ 16 w 45"/>
                <a:gd name="T15" fmla="*/ 2 h 18"/>
                <a:gd name="T16" fmla="*/ 4 w 45"/>
                <a:gd name="T17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8">
                  <a:moveTo>
                    <a:pt x="4" y="1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8" y="17"/>
                    <a:pt x="21" y="18"/>
                  </a:cubicBezTo>
                  <a:cubicBezTo>
                    <a:pt x="23" y="18"/>
                    <a:pt x="45" y="10"/>
                    <a:pt x="45" y="1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2"/>
                    <a:pt x="16" y="2"/>
                  </a:cubicBezTo>
                  <a:lnTo>
                    <a:pt x="4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2" name="Freeform 161"/>
            <p:cNvSpPr/>
            <p:nvPr/>
          </p:nvSpPr>
          <p:spPr bwMode="auto">
            <a:xfrm>
              <a:off x="11059860" y="2864386"/>
              <a:ext cx="104298" cy="94205"/>
            </a:xfrm>
            <a:custGeom>
              <a:avLst/>
              <a:gdLst>
                <a:gd name="T0" fmla="*/ 11 w 30"/>
                <a:gd name="T1" fmla="*/ 26 h 27"/>
                <a:gd name="T2" fmla="*/ 0 w 30"/>
                <a:gd name="T3" fmla="*/ 10 h 27"/>
                <a:gd name="T4" fmla="*/ 25 w 30"/>
                <a:gd name="T5" fmla="*/ 6 h 27"/>
                <a:gd name="T6" fmla="*/ 27 w 30"/>
                <a:gd name="T7" fmla="*/ 2 h 27"/>
                <a:gd name="T8" fmla="*/ 29 w 30"/>
                <a:gd name="T9" fmla="*/ 11 h 27"/>
                <a:gd name="T10" fmla="*/ 23 w 30"/>
                <a:gd name="T11" fmla="*/ 19 h 27"/>
                <a:gd name="T12" fmla="*/ 11 w 30"/>
                <a:gd name="T13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7">
                  <a:moveTo>
                    <a:pt x="11" y="26"/>
                  </a:moveTo>
                  <a:cubicBezTo>
                    <a:pt x="7" y="17"/>
                    <a:pt x="0" y="22"/>
                    <a:pt x="0" y="10"/>
                  </a:cubicBezTo>
                  <a:cubicBezTo>
                    <a:pt x="0" y="5"/>
                    <a:pt x="25" y="6"/>
                    <a:pt x="25" y="6"/>
                  </a:cubicBezTo>
                  <a:cubicBezTo>
                    <a:pt x="25" y="6"/>
                    <a:pt x="21" y="0"/>
                    <a:pt x="27" y="2"/>
                  </a:cubicBezTo>
                  <a:cubicBezTo>
                    <a:pt x="30" y="3"/>
                    <a:pt x="30" y="9"/>
                    <a:pt x="29" y="11"/>
                  </a:cubicBezTo>
                  <a:cubicBezTo>
                    <a:pt x="27" y="15"/>
                    <a:pt x="22" y="17"/>
                    <a:pt x="23" y="19"/>
                  </a:cubicBezTo>
                  <a:cubicBezTo>
                    <a:pt x="24" y="27"/>
                    <a:pt x="11" y="26"/>
                    <a:pt x="11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3" name="Freeform 162"/>
            <p:cNvSpPr/>
            <p:nvPr/>
          </p:nvSpPr>
          <p:spPr bwMode="auto">
            <a:xfrm>
              <a:off x="11086775" y="2928310"/>
              <a:ext cx="339811" cy="328035"/>
            </a:xfrm>
            <a:custGeom>
              <a:avLst/>
              <a:gdLst>
                <a:gd name="T0" fmla="*/ 15 w 97"/>
                <a:gd name="T1" fmla="*/ 1 h 94"/>
                <a:gd name="T2" fmla="*/ 0 w 97"/>
                <a:gd name="T3" fmla="*/ 4 h 94"/>
                <a:gd name="T4" fmla="*/ 28 w 97"/>
                <a:gd name="T5" fmla="*/ 89 h 94"/>
                <a:gd name="T6" fmla="*/ 92 w 97"/>
                <a:gd name="T7" fmla="*/ 15 h 94"/>
                <a:gd name="T8" fmla="*/ 76 w 97"/>
                <a:gd name="T9" fmla="*/ 1 h 94"/>
                <a:gd name="T10" fmla="*/ 33 w 97"/>
                <a:gd name="T11" fmla="*/ 56 h 94"/>
                <a:gd name="T12" fmla="*/ 15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6" y="85"/>
                    <a:pt x="28" y="89"/>
                  </a:cubicBezTo>
                  <a:cubicBezTo>
                    <a:pt x="52" y="94"/>
                    <a:pt x="97" y="39"/>
                    <a:pt x="92" y="15"/>
                  </a:cubicBezTo>
                  <a:cubicBezTo>
                    <a:pt x="91" y="10"/>
                    <a:pt x="81" y="0"/>
                    <a:pt x="76" y="1"/>
                  </a:cubicBezTo>
                  <a:cubicBezTo>
                    <a:pt x="60" y="2"/>
                    <a:pt x="33" y="56"/>
                    <a:pt x="33" y="56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4" name="Freeform 163"/>
            <p:cNvSpPr/>
            <p:nvPr/>
          </p:nvSpPr>
          <p:spPr bwMode="auto">
            <a:xfrm>
              <a:off x="10768833" y="3402699"/>
              <a:ext cx="748593" cy="1204477"/>
            </a:xfrm>
            <a:custGeom>
              <a:avLst/>
              <a:gdLst>
                <a:gd name="T0" fmla="*/ 130 w 214"/>
                <a:gd name="T1" fmla="*/ 12 h 345"/>
                <a:gd name="T2" fmla="*/ 177 w 214"/>
                <a:gd name="T3" fmla="*/ 185 h 345"/>
                <a:gd name="T4" fmla="*/ 191 w 214"/>
                <a:gd name="T5" fmla="*/ 314 h 345"/>
                <a:gd name="T6" fmla="*/ 209 w 214"/>
                <a:gd name="T7" fmla="*/ 335 h 345"/>
                <a:gd name="T8" fmla="*/ 172 w 214"/>
                <a:gd name="T9" fmla="*/ 314 h 345"/>
                <a:gd name="T10" fmla="*/ 146 w 214"/>
                <a:gd name="T11" fmla="*/ 188 h 345"/>
                <a:gd name="T12" fmla="*/ 86 w 214"/>
                <a:gd name="T13" fmla="*/ 73 h 345"/>
                <a:gd name="T14" fmla="*/ 53 w 214"/>
                <a:gd name="T15" fmla="*/ 175 h 345"/>
                <a:gd name="T16" fmla="*/ 50 w 214"/>
                <a:gd name="T17" fmla="*/ 309 h 345"/>
                <a:gd name="T18" fmla="*/ 13 w 214"/>
                <a:gd name="T19" fmla="*/ 335 h 345"/>
                <a:gd name="T20" fmla="*/ 27 w 214"/>
                <a:gd name="T21" fmla="*/ 302 h 345"/>
                <a:gd name="T22" fmla="*/ 19 w 214"/>
                <a:gd name="T23" fmla="*/ 171 h 345"/>
                <a:gd name="T24" fmla="*/ 60 w 214"/>
                <a:gd name="T25" fmla="*/ 8 h 345"/>
                <a:gd name="T26" fmla="*/ 130 w 214"/>
                <a:gd name="T27" fmla="*/ 1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4" h="345">
                  <a:moveTo>
                    <a:pt x="130" y="12"/>
                  </a:moveTo>
                  <a:cubicBezTo>
                    <a:pt x="130" y="12"/>
                    <a:pt x="168" y="145"/>
                    <a:pt x="177" y="185"/>
                  </a:cubicBezTo>
                  <a:cubicBezTo>
                    <a:pt x="184" y="214"/>
                    <a:pt x="191" y="314"/>
                    <a:pt x="191" y="314"/>
                  </a:cubicBezTo>
                  <a:cubicBezTo>
                    <a:pt x="191" y="314"/>
                    <a:pt x="214" y="330"/>
                    <a:pt x="209" y="335"/>
                  </a:cubicBezTo>
                  <a:cubicBezTo>
                    <a:pt x="201" y="343"/>
                    <a:pt x="170" y="331"/>
                    <a:pt x="172" y="314"/>
                  </a:cubicBezTo>
                  <a:cubicBezTo>
                    <a:pt x="172" y="314"/>
                    <a:pt x="154" y="214"/>
                    <a:pt x="146" y="188"/>
                  </a:cubicBezTo>
                  <a:cubicBezTo>
                    <a:pt x="134" y="148"/>
                    <a:pt x="92" y="73"/>
                    <a:pt x="86" y="73"/>
                  </a:cubicBezTo>
                  <a:cubicBezTo>
                    <a:pt x="80" y="73"/>
                    <a:pt x="57" y="161"/>
                    <a:pt x="53" y="175"/>
                  </a:cubicBezTo>
                  <a:cubicBezTo>
                    <a:pt x="48" y="194"/>
                    <a:pt x="41" y="277"/>
                    <a:pt x="50" y="309"/>
                  </a:cubicBezTo>
                  <a:cubicBezTo>
                    <a:pt x="50" y="309"/>
                    <a:pt x="30" y="345"/>
                    <a:pt x="13" y="335"/>
                  </a:cubicBezTo>
                  <a:cubicBezTo>
                    <a:pt x="13" y="335"/>
                    <a:pt x="0" y="322"/>
                    <a:pt x="27" y="302"/>
                  </a:cubicBezTo>
                  <a:cubicBezTo>
                    <a:pt x="27" y="302"/>
                    <a:pt x="16" y="195"/>
                    <a:pt x="19" y="171"/>
                  </a:cubicBezTo>
                  <a:cubicBezTo>
                    <a:pt x="23" y="147"/>
                    <a:pt x="58" y="39"/>
                    <a:pt x="60" y="8"/>
                  </a:cubicBezTo>
                  <a:cubicBezTo>
                    <a:pt x="60" y="8"/>
                    <a:pt x="82" y="0"/>
                    <a:pt x="130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5" name="Freeform 164"/>
            <p:cNvSpPr/>
            <p:nvPr/>
          </p:nvSpPr>
          <p:spPr bwMode="auto">
            <a:xfrm>
              <a:off x="11027897" y="3426250"/>
              <a:ext cx="58879" cy="38692"/>
            </a:xfrm>
            <a:custGeom>
              <a:avLst/>
              <a:gdLst>
                <a:gd name="T0" fmla="*/ 0 w 17"/>
                <a:gd name="T1" fmla="*/ 11 h 11"/>
                <a:gd name="T2" fmla="*/ 17 w 17"/>
                <a:gd name="T3" fmla="*/ 11 h 11"/>
                <a:gd name="T4" fmla="*/ 17 w 17"/>
                <a:gd name="T5" fmla="*/ 3 h 11"/>
                <a:gd name="T6" fmla="*/ 0 w 17"/>
                <a:gd name="T7" fmla="*/ 1 h 11"/>
                <a:gd name="T8" fmla="*/ 0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11"/>
                  </a:moveTo>
                  <a:cubicBezTo>
                    <a:pt x="0" y="11"/>
                    <a:pt x="5" y="6"/>
                    <a:pt x="17" y="1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10" y="0"/>
                    <a:pt x="0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6" name="Freeform 165"/>
            <p:cNvSpPr/>
            <p:nvPr/>
          </p:nvSpPr>
          <p:spPr bwMode="auto">
            <a:xfrm>
              <a:off x="10499676" y="635430"/>
              <a:ext cx="391960" cy="432334"/>
            </a:xfrm>
            <a:custGeom>
              <a:avLst/>
              <a:gdLst>
                <a:gd name="T0" fmla="*/ 0 w 112"/>
                <a:gd name="T1" fmla="*/ 68 h 124"/>
                <a:gd name="T2" fmla="*/ 56 w 112"/>
                <a:gd name="T3" fmla="*/ 124 h 124"/>
                <a:gd name="T4" fmla="*/ 112 w 112"/>
                <a:gd name="T5" fmla="*/ 68 h 124"/>
                <a:gd name="T6" fmla="*/ 88 w 112"/>
                <a:gd name="T7" fmla="*/ 14 h 124"/>
                <a:gd name="T8" fmla="*/ 84 w 112"/>
                <a:gd name="T9" fmla="*/ 0 h 124"/>
                <a:gd name="T10" fmla="*/ 28 w 112"/>
                <a:gd name="T11" fmla="*/ 0 h 124"/>
                <a:gd name="T12" fmla="*/ 23 w 112"/>
                <a:gd name="T13" fmla="*/ 14 h 124"/>
                <a:gd name="T14" fmla="*/ 0 w 112"/>
                <a:gd name="T15" fmla="*/ 68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24">
                  <a:moveTo>
                    <a:pt x="0" y="68"/>
                  </a:moveTo>
                  <a:cubicBezTo>
                    <a:pt x="0" y="99"/>
                    <a:pt x="25" y="124"/>
                    <a:pt x="56" y="124"/>
                  </a:cubicBezTo>
                  <a:cubicBezTo>
                    <a:pt x="87" y="124"/>
                    <a:pt x="112" y="99"/>
                    <a:pt x="112" y="68"/>
                  </a:cubicBezTo>
                  <a:cubicBezTo>
                    <a:pt x="112" y="45"/>
                    <a:pt x="98" y="29"/>
                    <a:pt x="88" y="14"/>
                  </a:cubicBezTo>
                  <a:cubicBezTo>
                    <a:pt x="85" y="10"/>
                    <a:pt x="84" y="0"/>
                    <a:pt x="8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7" y="10"/>
                    <a:pt x="23" y="14"/>
                  </a:cubicBezTo>
                  <a:cubicBezTo>
                    <a:pt x="14" y="29"/>
                    <a:pt x="0" y="43"/>
                    <a:pt x="0" y="68"/>
                  </a:cubicBezTo>
                  <a:close/>
                </a:path>
              </a:pathLst>
            </a:custGeom>
            <a:solidFill>
              <a:srgbClr val="FAAF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7" name="Oval 166"/>
            <p:cNvSpPr>
              <a:spLocks noChangeArrowheads="1"/>
            </p:cNvSpPr>
            <p:nvPr/>
          </p:nvSpPr>
          <p:spPr bwMode="auto">
            <a:xfrm>
              <a:off x="10518181" y="707766"/>
              <a:ext cx="351587" cy="353268"/>
            </a:xfrm>
            <a:prstGeom prst="ellipse">
              <a:avLst/>
            </a:prstGeom>
            <a:solidFill>
              <a:srgbClr val="F9EC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8" name="Freeform 167"/>
            <p:cNvSpPr/>
            <p:nvPr/>
          </p:nvSpPr>
          <p:spPr bwMode="auto">
            <a:xfrm>
              <a:off x="10548462" y="386460"/>
              <a:ext cx="294391" cy="272521"/>
            </a:xfrm>
            <a:custGeom>
              <a:avLst/>
              <a:gdLst>
                <a:gd name="T0" fmla="*/ 0 w 84"/>
                <a:gd name="T1" fmla="*/ 12 h 78"/>
                <a:gd name="T2" fmla="*/ 12 w 84"/>
                <a:gd name="T3" fmla="*/ 0 h 78"/>
                <a:gd name="T4" fmla="*/ 72 w 84"/>
                <a:gd name="T5" fmla="*/ 0 h 78"/>
                <a:gd name="T6" fmla="*/ 84 w 84"/>
                <a:gd name="T7" fmla="*/ 12 h 78"/>
                <a:gd name="T8" fmla="*/ 84 w 84"/>
                <a:gd name="T9" fmla="*/ 66 h 78"/>
                <a:gd name="T10" fmla="*/ 72 w 84"/>
                <a:gd name="T11" fmla="*/ 78 h 78"/>
                <a:gd name="T12" fmla="*/ 12 w 84"/>
                <a:gd name="T13" fmla="*/ 78 h 78"/>
                <a:gd name="T14" fmla="*/ 0 w 84"/>
                <a:gd name="T15" fmla="*/ 66 h 78"/>
                <a:gd name="T16" fmla="*/ 0 w 84"/>
                <a:gd name="T17" fmla="*/ 1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" h="78">
                  <a:moveTo>
                    <a:pt x="0" y="12"/>
                  </a:moveTo>
                  <a:cubicBezTo>
                    <a:pt x="0" y="5"/>
                    <a:pt x="5" y="0"/>
                    <a:pt x="1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8" y="0"/>
                    <a:pt x="84" y="5"/>
                    <a:pt x="84" y="12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73"/>
                    <a:pt x="78" y="78"/>
                    <a:pt x="7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" y="78"/>
                    <a:pt x="0" y="73"/>
                    <a:pt x="0" y="66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39" name="Freeform 168"/>
            <p:cNvSpPr/>
            <p:nvPr/>
          </p:nvSpPr>
          <p:spPr bwMode="auto">
            <a:xfrm>
              <a:off x="10590517" y="616926"/>
              <a:ext cx="203550" cy="265792"/>
            </a:xfrm>
            <a:custGeom>
              <a:avLst/>
              <a:gdLst>
                <a:gd name="T0" fmla="*/ 40 w 58"/>
                <a:gd name="T1" fmla="*/ 0 h 76"/>
                <a:gd name="T2" fmla="*/ 58 w 58"/>
                <a:gd name="T3" fmla="*/ 63 h 76"/>
                <a:gd name="T4" fmla="*/ 46 w 58"/>
                <a:gd name="T5" fmla="*/ 63 h 76"/>
                <a:gd name="T6" fmla="*/ 40 w 58"/>
                <a:gd name="T7" fmla="*/ 76 h 76"/>
                <a:gd name="T8" fmla="*/ 33 w 58"/>
                <a:gd name="T9" fmla="*/ 54 h 76"/>
                <a:gd name="T10" fmla="*/ 28 w 58"/>
                <a:gd name="T11" fmla="*/ 69 h 76"/>
                <a:gd name="T12" fmla="*/ 24 w 58"/>
                <a:gd name="T13" fmla="*/ 58 h 76"/>
                <a:gd name="T14" fmla="*/ 18 w 58"/>
                <a:gd name="T15" fmla="*/ 70 h 76"/>
                <a:gd name="T16" fmla="*/ 13 w 58"/>
                <a:gd name="T17" fmla="*/ 63 h 76"/>
                <a:gd name="T18" fmla="*/ 0 w 58"/>
                <a:gd name="T19" fmla="*/ 63 h 76"/>
                <a:gd name="T20" fmla="*/ 19 w 58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cubicBezTo>
                    <a:pt x="40" y="0"/>
                    <a:pt x="37" y="43"/>
                    <a:pt x="58" y="63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19" y="50"/>
                    <a:pt x="19" y="0"/>
                  </a:cubicBezTo>
                </a:path>
              </a:pathLst>
            </a:custGeom>
            <a:noFill/>
            <a:ln w="12700" cap="flat">
              <a:solidFill>
                <a:srgbClr val="4040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0" name="Oval 169"/>
            <p:cNvSpPr>
              <a:spLocks noChangeArrowheads="1"/>
            </p:cNvSpPr>
            <p:nvPr/>
          </p:nvSpPr>
          <p:spPr bwMode="auto">
            <a:xfrm>
              <a:off x="10593881" y="924774"/>
              <a:ext cx="200186" cy="1211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1" name="Oval 170"/>
            <p:cNvSpPr>
              <a:spLocks noChangeArrowheads="1"/>
            </p:cNvSpPr>
            <p:nvPr/>
          </p:nvSpPr>
          <p:spPr bwMode="auto">
            <a:xfrm>
              <a:off x="10635937" y="721224"/>
              <a:ext cx="119439" cy="4205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2" name="Freeform 171"/>
            <p:cNvSpPr/>
            <p:nvPr/>
          </p:nvSpPr>
          <p:spPr bwMode="auto">
            <a:xfrm>
              <a:off x="10593881" y="593375"/>
              <a:ext cx="200186" cy="42056"/>
            </a:xfrm>
            <a:custGeom>
              <a:avLst/>
              <a:gdLst>
                <a:gd name="T0" fmla="*/ 57 w 57"/>
                <a:gd name="T1" fmla="*/ 6 h 12"/>
                <a:gd name="T2" fmla="*/ 51 w 57"/>
                <a:gd name="T3" fmla="*/ 12 h 12"/>
                <a:gd name="T4" fmla="*/ 6 w 57"/>
                <a:gd name="T5" fmla="*/ 12 h 12"/>
                <a:gd name="T6" fmla="*/ 0 w 57"/>
                <a:gd name="T7" fmla="*/ 6 h 12"/>
                <a:gd name="T8" fmla="*/ 0 w 57"/>
                <a:gd name="T9" fmla="*/ 6 h 12"/>
                <a:gd name="T10" fmla="*/ 6 w 57"/>
                <a:gd name="T11" fmla="*/ 0 h 12"/>
                <a:gd name="T12" fmla="*/ 51 w 57"/>
                <a:gd name="T13" fmla="*/ 0 h 12"/>
                <a:gd name="T14" fmla="*/ 57 w 57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2">
                  <a:moveTo>
                    <a:pt x="57" y="6"/>
                  </a:moveTo>
                  <a:cubicBezTo>
                    <a:pt x="57" y="9"/>
                    <a:pt x="55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5" y="0"/>
                    <a:pt x="57" y="3"/>
                    <a:pt x="57" y="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3" name="Freeform 172"/>
            <p:cNvSpPr/>
            <p:nvPr/>
          </p:nvSpPr>
          <p:spPr bwMode="auto">
            <a:xfrm>
              <a:off x="10632573" y="1091315"/>
              <a:ext cx="220373" cy="206915"/>
            </a:xfrm>
            <a:custGeom>
              <a:avLst/>
              <a:gdLst>
                <a:gd name="T0" fmla="*/ 42 w 63"/>
                <a:gd name="T1" fmla="*/ 11 h 59"/>
                <a:gd name="T2" fmla="*/ 25 w 63"/>
                <a:gd name="T3" fmla="*/ 2 h 59"/>
                <a:gd name="T4" fmla="*/ 6 w 63"/>
                <a:gd name="T5" fmla="*/ 34 h 59"/>
                <a:gd name="T6" fmla="*/ 52 w 63"/>
                <a:gd name="T7" fmla="*/ 59 h 59"/>
                <a:gd name="T8" fmla="*/ 60 w 63"/>
                <a:gd name="T9" fmla="*/ 30 h 59"/>
                <a:gd name="T10" fmla="*/ 42 w 63"/>
                <a:gd name="T11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59">
                  <a:moveTo>
                    <a:pt x="42" y="11"/>
                  </a:moveTo>
                  <a:cubicBezTo>
                    <a:pt x="42" y="11"/>
                    <a:pt x="36" y="0"/>
                    <a:pt x="25" y="2"/>
                  </a:cubicBezTo>
                  <a:cubicBezTo>
                    <a:pt x="14" y="4"/>
                    <a:pt x="0" y="20"/>
                    <a:pt x="6" y="34"/>
                  </a:cubicBezTo>
                  <a:cubicBezTo>
                    <a:pt x="12" y="48"/>
                    <a:pt x="52" y="59"/>
                    <a:pt x="52" y="59"/>
                  </a:cubicBezTo>
                  <a:cubicBezTo>
                    <a:pt x="52" y="59"/>
                    <a:pt x="63" y="46"/>
                    <a:pt x="60" y="30"/>
                  </a:cubicBezTo>
                  <a:cubicBezTo>
                    <a:pt x="57" y="15"/>
                    <a:pt x="48" y="5"/>
                    <a:pt x="42" y="1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4" name="Freeform 173"/>
            <p:cNvSpPr/>
            <p:nvPr/>
          </p:nvSpPr>
          <p:spPr bwMode="auto">
            <a:xfrm>
              <a:off x="10535004" y="864213"/>
              <a:ext cx="90840" cy="139626"/>
            </a:xfrm>
            <a:custGeom>
              <a:avLst/>
              <a:gdLst>
                <a:gd name="T0" fmla="*/ 6 w 26"/>
                <a:gd name="T1" fmla="*/ 30 h 40"/>
                <a:gd name="T2" fmla="*/ 0 w 26"/>
                <a:gd name="T3" fmla="*/ 17 h 40"/>
                <a:gd name="T4" fmla="*/ 3 w 26"/>
                <a:gd name="T5" fmla="*/ 9 h 40"/>
                <a:gd name="T6" fmla="*/ 3 w 26"/>
                <a:gd name="T7" fmla="*/ 15 h 40"/>
                <a:gd name="T8" fmla="*/ 6 w 26"/>
                <a:gd name="T9" fmla="*/ 19 h 40"/>
                <a:gd name="T10" fmla="*/ 9 w 26"/>
                <a:gd name="T11" fmla="*/ 9 h 40"/>
                <a:gd name="T12" fmla="*/ 15 w 26"/>
                <a:gd name="T13" fmla="*/ 1 h 40"/>
                <a:gd name="T14" fmla="*/ 16 w 26"/>
                <a:gd name="T15" fmla="*/ 2 h 40"/>
                <a:gd name="T16" fmla="*/ 13 w 26"/>
                <a:gd name="T17" fmla="*/ 9 h 40"/>
                <a:gd name="T18" fmla="*/ 12 w 26"/>
                <a:gd name="T19" fmla="*/ 14 h 40"/>
                <a:gd name="T20" fmla="*/ 16 w 26"/>
                <a:gd name="T21" fmla="*/ 10 h 40"/>
                <a:gd name="T22" fmla="*/ 25 w 26"/>
                <a:gd name="T23" fmla="*/ 8 h 40"/>
                <a:gd name="T24" fmla="*/ 20 w 26"/>
                <a:gd name="T25" fmla="*/ 11 h 40"/>
                <a:gd name="T26" fmla="*/ 16 w 26"/>
                <a:gd name="T27" fmla="*/ 16 h 40"/>
                <a:gd name="T28" fmla="*/ 22 w 26"/>
                <a:gd name="T29" fmla="*/ 15 h 40"/>
                <a:gd name="T30" fmla="*/ 26 w 26"/>
                <a:gd name="T31" fmla="*/ 16 h 40"/>
                <a:gd name="T32" fmla="*/ 25 w 26"/>
                <a:gd name="T33" fmla="*/ 17 h 40"/>
                <a:gd name="T34" fmla="*/ 25 w 26"/>
                <a:gd name="T35" fmla="*/ 18 h 40"/>
                <a:gd name="T36" fmla="*/ 22 w 26"/>
                <a:gd name="T37" fmla="*/ 20 h 40"/>
                <a:gd name="T38" fmla="*/ 20 w 26"/>
                <a:gd name="T39" fmla="*/ 23 h 40"/>
                <a:gd name="T40" fmla="*/ 12 w 26"/>
                <a:gd name="T41" fmla="*/ 35 h 40"/>
                <a:gd name="T42" fmla="*/ 8 w 26"/>
                <a:gd name="T43" fmla="*/ 40 h 40"/>
                <a:gd name="T44" fmla="*/ 6 w 26"/>
                <a:gd name="T4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40">
                  <a:moveTo>
                    <a:pt x="6" y="3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11"/>
                    <a:pt x="3" y="15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7" y="0"/>
                    <a:pt x="16" y="2"/>
                  </a:cubicBezTo>
                  <a:cubicBezTo>
                    <a:pt x="16" y="4"/>
                    <a:pt x="13" y="9"/>
                    <a:pt x="13" y="9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6" y="10"/>
                    <a:pt x="20" y="11"/>
                  </a:cubicBezTo>
                  <a:cubicBezTo>
                    <a:pt x="18" y="12"/>
                    <a:pt x="16" y="16"/>
                    <a:pt x="16" y="16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6" y="14"/>
                    <a:pt x="26" y="16"/>
                  </a:cubicBezTo>
                  <a:cubicBezTo>
                    <a:pt x="26" y="17"/>
                    <a:pt x="25" y="17"/>
                    <a:pt x="25" y="17"/>
                  </a:cubicBezTo>
                  <a:cubicBezTo>
                    <a:pt x="25" y="17"/>
                    <a:pt x="26" y="17"/>
                    <a:pt x="25" y="18"/>
                  </a:cubicBezTo>
                  <a:cubicBezTo>
                    <a:pt x="25" y="19"/>
                    <a:pt x="22" y="20"/>
                    <a:pt x="22" y="20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19" y="34"/>
                    <a:pt x="12" y="35"/>
                  </a:cubicBezTo>
                  <a:cubicBezTo>
                    <a:pt x="10" y="35"/>
                    <a:pt x="8" y="40"/>
                    <a:pt x="8" y="40"/>
                  </a:cubicBezTo>
                  <a:lnTo>
                    <a:pt x="6" y="3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5" name="Freeform 174"/>
            <p:cNvSpPr/>
            <p:nvPr/>
          </p:nvSpPr>
          <p:spPr bwMode="auto">
            <a:xfrm>
              <a:off x="10642666" y="1106454"/>
              <a:ext cx="185045" cy="328035"/>
            </a:xfrm>
            <a:custGeom>
              <a:avLst/>
              <a:gdLst>
                <a:gd name="T0" fmla="*/ 53 w 53"/>
                <a:gd name="T1" fmla="*/ 88 h 94"/>
                <a:gd name="T2" fmla="*/ 42 w 53"/>
                <a:gd name="T3" fmla="*/ 89 h 94"/>
                <a:gd name="T4" fmla="*/ 19 w 53"/>
                <a:gd name="T5" fmla="*/ 93 h 94"/>
                <a:gd name="T6" fmla="*/ 15 w 53"/>
                <a:gd name="T7" fmla="*/ 94 h 94"/>
                <a:gd name="T8" fmla="*/ 17 w 53"/>
                <a:gd name="T9" fmla="*/ 88 h 94"/>
                <a:gd name="T10" fmla="*/ 20 w 53"/>
                <a:gd name="T11" fmla="*/ 74 h 94"/>
                <a:gd name="T12" fmla="*/ 8 w 53"/>
                <a:gd name="T13" fmla="*/ 57 h 94"/>
                <a:gd name="T14" fmla="*/ 8 w 53"/>
                <a:gd name="T15" fmla="*/ 57 h 94"/>
                <a:gd name="T16" fmla="*/ 15 w 53"/>
                <a:gd name="T17" fmla="*/ 11 h 94"/>
                <a:gd name="T18" fmla="*/ 52 w 53"/>
                <a:gd name="T19" fmla="*/ 27 h 94"/>
                <a:gd name="T20" fmla="*/ 51 w 53"/>
                <a:gd name="T21" fmla="*/ 51 h 94"/>
                <a:gd name="T22" fmla="*/ 43 w 53"/>
                <a:gd name="T23" fmla="*/ 69 h 94"/>
                <a:gd name="T24" fmla="*/ 49 w 53"/>
                <a:gd name="T25" fmla="*/ 82 h 94"/>
                <a:gd name="T26" fmla="*/ 53 w 53"/>
                <a:gd name="T27" fmla="*/ 8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" h="94">
                  <a:moveTo>
                    <a:pt x="53" y="88"/>
                  </a:moveTo>
                  <a:cubicBezTo>
                    <a:pt x="42" y="89"/>
                    <a:pt x="42" y="89"/>
                    <a:pt x="42" y="89"/>
                  </a:cubicBezTo>
                  <a:cubicBezTo>
                    <a:pt x="19" y="93"/>
                    <a:pt x="19" y="93"/>
                    <a:pt x="19" y="93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6" y="91"/>
                    <a:pt x="17" y="88"/>
                  </a:cubicBezTo>
                  <a:cubicBezTo>
                    <a:pt x="19" y="83"/>
                    <a:pt x="21" y="77"/>
                    <a:pt x="20" y="74"/>
                  </a:cubicBezTo>
                  <a:cubicBezTo>
                    <a:pt x="18" y="69"/>
                    <a:pt x="14" y="68"/>
                    <a:pt x="8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0" y="43"/>
                    <a:pt x="1" y="19"/>
                    <a:pt x="15" y="11"/>
                  </a:cubicBezTo>
                  <a:cubicBezTo>
                    <a:pt x="33" y="0"/>
                    <a:pt x="51" y="13"/>
                    <a:pt x="52" y="27"/>
                  </a:cubicBezTo>
                  <a:cubicBezTo>
                    <a:pt x="53" y="39"/>
                    <a:pt x="52" y="46"/>
                    <a:pt x="51" y="51"/>
                  </a:cubicBezTo>
                  <a:cubicBezTo>
                    <a:pt x="49" y="61"/>
                    <a:pt x="44" y="62"/>
                    <a:pt x="43" y="69"/>
                  </a:cubicBezTo>
                  <a:cubicBezTo>
                    <a:pt x="43" y="72"/>
                    <a:pt x="46" y="78"/>
                    <a:pt x="49" y="82"/>
                  </a:cubicBezTo>
                  <a:cubicBezTo>
                    <a:pt x="51" y="85"/>
                    <a:pt x="53" y="88"/>
                    <a:pt x="53" y="88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6" name="Freeform 175"/>
            <p:cNvSpPr/>
            <p:nvPr/>
          </p:nvSpPr>
          <p:spPr bwMode="auto">
            <a:xfrm>
              <a:off x="10671264" y="1283089"/>
              <a:ext cx="149719" cy="168223"/>
            </a:xfrm>
            <a:custGeom>
              <a:avLst/>
              <a:gdLst>
                <a:gd name="T0" fmla="*/ 35 w 43"/>
                <a:gd name="T1" fmla="*/ 18 h 48"/>
                <a:gd name="T2" fmla="*/ 41 w 43"/>
                <a:gd name="T3" fmla="*/ 31 h 48"/>
                <a:gd name="T4" fmla="*/ 41 w 43"/>
                <a:gd name="T5" fmla="*/ 35 h 48"/>
                <a:gd name="T6" fmla="*/ 34 w 43"/>
                <a:gd name="T7" fmla="*/ 38 h 48"/>
                <a:gd name="T8" fmla="*/ 14 w 43"/>
                <a:gd name="T9" fmla="*/ 48 h 48"/>
                <a:gd name="T10" fmla="*/ 11 w 43"/>
                <a:gd name="T11" fmla="*/ 42 h 48"/>
                <a:gd name="T12" fmla="*/ 9 w 43"/>
                <a:gd name="T13" fmla="*/ 37 h 48"/>
                <a:gd name="T14" fmla="*/ 12 w 43"/>
                <a:gd name="T15" fmla="*/ 23 h 48"/>
                <a:gd name="T16" fmla="*/ 0 w 43"/>
                <a:gd name="T17" fmla="*/ 6 h 48"/>
                <a:gd name="T18" fmla="*/ 17 w 43"/>
                <a:gd name="T19" fmla="*/ 8 h 48"/>
                <a:gd name="T20" fmla="*/ 43 w 43"/>
                <a:gd name="T21" fmla="*/ 0 h 48"/>
                <a:gd name="T22" fmla="*/ 35 w 43"/>
                <a:gd name="T23" fmla="*/ 1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8">
                  <a:moveTo>
                    <a:pt x="35" y="18"/>
                  </a:moveTo>
                  <a:cubicBezTo>
                    <a:pt x="35" y="21"/>
                    <a:pt x="38" y="27"/>
                    <a:pt x="41" y="3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1" y="32"/>
                    <a:pt x="13" y="26"/>
                    <a:pt x="12" y="23"/>
                  </a:cubicBezTo>
                  <a:cubicBezTo>
                    <a:pt x="10" y="18"/>
                    <a:pt x="6" y="17"/>
                    <a:pt x="0" y="6"/>
                  </a:cubicBezTo>
                  <a:cubicBezTo>
                    <a:pt x="4" y="8"/>
                    <a:pt x="11" y="9"/>
                    <a:pt x="17" y="8"/>
                  </a:cubicBezTo>
                  <a:cubicBezTo>
                    <a:pt x="26" y="6"/>
                    <a:pt x="38" y="2"/>
                    <a:pt x="43" y="0"/>
                  </a:cubicBezTo>
                  <a:cubicBezTo>
                    <a:pt x="41" y="10"/>
                    <a:pt x="36" y="11"/>
                    <a:pt x="35" y="18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7" name="Freeform 176"/>
            <p:cNvSpPr/>
            <p:nvPr/>
          </p:nvSpPr>
          <p:spPr bwMode="auto">
            <a:xfrm>
              <a:off x="10486218" y="970194"/>
              <a:ext cx="548407" cy="916816"/>
            </a:xfrm>
            <a:custGeom>
              <a:avLst/>
              <a:gdLst>
                <a:gd name="T0" fmla="*/ 48 w 157"/>
                <a:gd name="T1" fmla="*/ 113 h 263"/>
                <a:gd name="T2" fmla="*/ 106 w 157"/>
                <a:gd name="T3" fmla="*/ 113 h 263"/>
                <a:gd name="T4" fmla="*/ 129 w 157"/>
                <a:gd name="T5" fmla="*/ 51 h 263"/>
                <a:gd name="T6" fmla="*/ 94 w 157"/>
                <a:gd name="T7" fmla="*/ 16 h 263"/>
                <a:gd name="T8" fmla="*/ 102 w 157"/>
                <a:gd name="T9" fmla="*/ 9 h 263"/>
                <a:gd name="T10" fmla="*/ 148 w 157"/>
                <a:gd name="T11" fmla="*/ 44 h 263"/>
                <a:gd name="T12" fmla="*/ 133 w 157"/>
                <a:gd name="T13" fmla="*/ 147 h 263"/>
                <a:gd name="T14" fmla="*/ 124 w 157"/>
                <a:gd name="T15" fmla="*/ 246 h 263"/>
                <a:gd name="T16" fmla="*/ 59 w 157"/>
                <a:gd name="T17" fmla="*/ 254 h 263"/>
                <a:gd name="T18" fmla="*/ 21 w 157"/>
                <a:gd name="T19" fmla="*/ 128 h 263"/>
                <a:gd name="T20" fmla="*/ 0 w 157"/>
                <a:gd name="T21" fmla="*/ 54 h 263"/>
                <a:gd name="T22" fmla="*/ 20 w 157"/>
                <a:gd name="T23" fmla="*/ 0 h 263"/>
                <a:gd name="T24" fmla="*/ 26 w 157"/>
                <a:gd name="T25" fmla="*/ 5 h 263"/>
                <a:gd name="T26" fmla="*/ 24 w 157"/>
                <a:gd name="T27" fmla="*/ 54 h 263"/>
                <a:gd name="T28" fmla="*/ 48 w 157"/>
                <a:gd name="T29" fmla="*/ 11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7" h="263">
                  <a:moveTo>
                    <a:pt x="48" y="113"/>
                  </a:moveTo>
                  <a:cubicBezTo>
                    <a:pt x="74" y="125"/>
                    <a:pt x="95" y="119"/>
                    <a:pt x="106" y="113"/>
                  </a:cubicBezTo>
                  <a:cubicBezTo>
                    <a:pt x="121" y="104"/>
                    <a:pt x="129" y="51"/>
                    <a:pt x="129" y="51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42" y="31"/>
                    <a:pt x="148" y="44"/>
                  </a:cubicBezTo>
                  <a:cubicBezTo>
                    <a:pt x="157" y="68"/>
                    <a:pt x="133" y="147"/>
                    <a:pt x="133" y="147"/>
                  </a:cubicBezTo>
                  <a:cubicBezTo>
                    <a:pt x="133" y="147"/>
                    <a:pt x="110" y="192"/>
                    <a:pt x="124" y="246"/>
                  </a:cubicBezTo>
                  <a:cubicBezTo>
                    <a:pt x="124" y="246"/>
                    <a:pt x="90" y="263"/>
                    <a:pt x="59" y="254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21" y="128"/>
                    <a:pt x="0" y="73"/>
                    <a:pt x="0" y="54"/>
                  </a:cubicBezTo>
                  <a:cubicBezTo>
                    <a:pt x="1" y="40"/>
                    <a:pt x="20" y="0"/>
                    <a:pt x="20" y="0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32" y="105"/>
                    <a:pt x="48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8" name="Freeform 177"/>
            <p:cNvSpPr/>
            <p:nvPr/>
          </p:nvSpPr>
          <p:spPr bwMode="auto">
            <a:xfrm>
              <a:off x="10684722" y="1385705"/>
              <a:ext cx="94205" cy="344858"/>
            </a:xfrm>
            <a:custGeom>
              <a:avLst/>
              <a:gdLst>
                <a:gd name="T0" fmla="*/ 10 w 27"/>
                <a:gd name="T1" fmla="*/ 0 h 99"/>
                <a:gd name="T2" fmla="*/ 17 w 27"/>
                <a:gd name="T3" fmla="*/ 12 h 99"/>
                <a:gd name="T4" fmla="*/ 0 w 27"/>
                <a:gd name="T5" fmla="*/ 88 h 99"/>
                <a:gd name="T6" fmla="*/ 9 w 27"/>
                <a:gd name="T7" fmla="*/ 99 h 99"/>
                <a:gd name="T8" fmla="*/ 16 w 27"/>
                <a:gd name="T9" fmla="*/ 89 h 99"/>
                <a:gd name="T10" fmla="*/ 22 w 27"/>
                <a:gd name="T11" fmla="*/ 13 h 99"/>
                <a:gd name="T12" fmla="*/ 27 w 27"/>
                <a:gd name="T13" fmla="*/ 0 h 99"/>
                <a:gd name="T14" fmla="*/ 18 w 27"/>
                <a:gd name="T15" fmla="*/ 1 h 99"/>
                <a:gd name="T16" fmla="*/ 10 w 27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9">
                  <a:moveTo>
                    <a:pt x="10" y="0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" y="71"/>
                    <a:pt x="0" y="88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6" y="89"/>
                    <a:pt x="13" y="48"/>
                    <a:pt x="22" y="13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8" y="1"/>
                    <a:pt x="18" y="1"/>
                    <a:pt x="18" y="1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49" name="Freeform 178"/>
            <p:cNvSpPr/>
            <p:nvPr/>
          </p:nvSpPr>
          <p:spPr bwMode="auto">
            <a:xfrm>
              <a:off x="10691451" y="1363836"/>
              <a:ext cx="57196" cy="67289"/>
            </a:xfrm>
            <a:custGeom>
              <a:avLst/>
              <a:gdLst>
                <a:gd name="T0" fmla="*/ 0 w 34"/>
                <a:gd name="T1" fmla="*/ 6 h 40"/>
                <a:gd name="T2" fmla="*/ 13 w 34"/>
                <a:gd name="T3" fmla="*/ 0 h 40"/>
                <a:gd name="T4" fmla="*/ 34 w 34"/>
                <a:gd name="T5" fmla="*/ 15 h 40"/>
                <a:gd name="T6" fmla="*/ 11 w 34"/>
                <a:gd name="T7" fmla="*/ 40 h 40"/>
                <a:gd name="T8" fmla="*/ 0 w 34"/>
                <a:gd name="T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6"/>
                  </a:moveTo>
                  <a:lnTo>
                    <a:pt x="13" y="0"/>
                  </a:lnTo>
                  <a:lnTo>
                    <a:pt x="34" y="15"/>
                  </a:lnTo>
                  <a:lnTo>
                    <a:pt x="11" y="4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0" name="Freeform 179"/>
            <p:cNvSpPr/>
            <p:nvPr/>
          </p:nvSpPr>
          <p:spPr bwMode="auto">
            <a:xfrm>
              <a:off x="10748646" y="1353743"/>
              <a:ext cx="87476" cy="65608"/>
            </a:xfrm>
            <a:custGeom>
              <a:avLst/>
              <a:gdLst>
                <a:gd name="T0" fmla="*/ 0 w 52"/>
                <a:gd name="T1" fmla="*/ 21 h 39"/>
                <a:gd name="T2" fmla="*/ 33 w 52"/>
                <a:gd name="T3" fmla="*/ 39 h 39"/>
                <a:gd name="T4" fmla="*/ 52 w 52"/>
                <a:gd name="T5" fmla="*/ 10 h 39"/>
                <a:gd name="T6" fmla="*/ 29 w 52"/>
                <a:gd name="T7" fmla="*/ 0 h 39"/>
                <a:gd name="T8" fmla="*/ 0 w 52"/>
                <a:gd name="T9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9">
                  <a:moveTo>
                    <a:pt x="0" y="21"/>
                  </a:moveTo>
                  <a:lnTo>
                    <a:pt x="33" y="39"/>
                  </a:lnTo>
                  <a:lnTo>
                    <a:pt x="52" y="10"/>
                  </a:lnTo>
                  <a:lnTo>
                    <a:pt x="2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1" name="Freeform 180"/>
            <p:cNvSpPr/>
            <p:nvPr/>
          </p:nvSpPr>
          <p:spPr bwMode="auto">
            <a:xfrm>
              <a:off x="10794067" y="1479910"/>
              <a:ext cx="65608" cy="94205"/>
            </a:xfrm>
            <a:custGeom>
              <a:avLst/>
              <a:gdLst>
                <a:gd name="T0" fmla="*/ 0 w 19"/>
                <a:gd name="T1" fmla="*/ 4 h 27"/>
                <a:gd name="T2" fmla="*/ 19 w 19"/>
                <a:gd name="T3" fmla="*/ 4 h 27"/>
                <a:gd name="T4" fmla="*/ 17 w 19"/>
                <a:gd name="T5" fmla="*/ 22 h 27"/>
                <a:gd name="T6" fmla="*/ 8 w 19"/>
                <a:gd name="T7" fmla="*/ 27 h 27"/>
                <a:gd name="T8" fmla="*/ 0 w 19"/>
                <a:gd name="T9" fmla="*/ 22 h 27"/>
                <a:gd name="T10" fmla="*/ 0 w 19"/>
                <a:gd name="T11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0" y="4"/>
                  </a:moveTo>
                  <a:cubicBezTo>
                    <a:pt x="0" y="4"/>
                    <a:pt x="10" y="0"/>
                    <a:pt x="19" y="4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2" name="Freeform 181"/>
            <p:cNvSpPr/>
            <p:nvPr/>
          </p:nvSpPr>
          <p:spPr bwMode="auto">
            <a:xfrm>
              <a:off x="10794067" y="1140099"/>
              <a:ext cx="48785" cy="94205"/>
            </a:xfrm>
            <a:custGeom>
              <a:avLst/>
              <a:gdLst>
                <a:gd name="T0" fmla="*/ 0 w 14"/>
                <a:gd name="T1" fmla="*/ 0 h 27"/>
                <a:gd name="T2" fmla="*/ 3 w 14"/>
                <a:gd name="T3" fmla="*/ 12 h 27"/>
                <a:gd name="T4" fmla="*/ 5 w 14"/>
                <a:gd name="T5" fmla="*/ 27 h 27"/>
                <a:gd name="T6" fmla="*/ 12 w 14"/>
                <a:gd name="T7" fmla="*/ 23 h 27"/>
                <a:gd name="T8" fmla="*/ 0 w 14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7">
                  <a:moveTo>
                    <a:pt x="0" y="0"/>
                  </a:moveTo>
                  <a:cubicBezTo>
                    <a:pt x="0" y="0"/>
                    <a:pt x="1" y="8"/>
                    <a:pt x="3" y="12"/>
                  </a:cubicBezTo>
                  <a:cubicBezTo>
                    <a:pt x="5" y="17"/>
                    <a:pt x="5" y="27"/>
                    <a:pt x="5" y="27"/>
                  </a:cubicBezTo>
                  <a:cubicBezTo>
                    <a:pt x="5" y="27"/>
                    <a:pt x="8" y="18"/>
                    <a:pt x="12" y="23"/>
                  </a:cubicBezTo>
                  <a:cubicBezTo>
                    <a:pt x="12" y="23"/>
                    <a:pt x="14" y="5"/>
                    <a:pt x="0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3" name="Freeform 182"/>
            <p:cNvSpPr/>
            <p:nvPr/>
          </p:nvSpPr>
          <p:spPr bwMode="auto">
            <a:xfrm>
              <a:off x="10807525" y="1204024"/>
              <a:ext cx="48785" cy="72336"/>
            </a:xfrm>
            <a:custGeom>
              <a:avLst/>
              <a:gdLst>
                <a:gd name="T0" fmla="*/ 1 w 14"/>
                <a:gd name="T1" fmla="*/ 9 h 21"/>
                <a:gd name="T2" fmla="*/ 8 w 14"/>
                <a:gd name="T3" fmla="*/ 5 h 21"/>
                <a:gd name="T4" fmla="*/ 2 w 14"/>
                <a:gd name="T5" fmla="*/ 20 h 21"/>
                <a:gd name="T6" fmla="*/ 1 w 14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1">
                  <a:moveTo>
                    <a:pt x="1" y="9"/>
                  </a:moveTo>
                  <a:cubicBezTo>
                    <a:pt x="1" y="9"/>
                    <a:pt x="2" y="0"/>
                    <a:pt x="8" y="5"/>
                  </a:cubicBezTo>
                  <a:cubicBezTo>
                    <a:pt x="14" y="10"/>
                    <a:pt x="5" y="21"/>
                    <a:pt x="2" y="20"/>
                  </a:cubicBezTo>
                  <a:cubicBezTo>
                    <a:pt x="0" y="1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4" name="Freeform 183"/>
            <p:cNvSpPr/>
            <p:nvPr/>
          </p:nvSpPr>
          <p:spPr bwMode="auto">
            <a:xfrm>
              <a:off x="10541733" y="1801216"/>
              <a:ext cx="622425" cy="1137188"/>
            </a:xfrm>
            <a:custGeom>
              <a:avLst/>
              <a:gdLst>
                <a:gd name="T0" fmla="*/ 41 w 178"/>
                <a:gd name="T1" fmla="*/ 7 h 326"/>
                <a:gd name="T2" fmla="*/ 106 w 178"/>
                <a:gd name="T3" fmla="*/ 0 h 326"/>
                <a:gd name="T4" fmla="*/ 114 w 178"/>
                <a:gd name="T5" fmla="*/ 24 h 326"/>
                <a:gd name="T6" fmla="*/ 150 w 178"/>
                <a:gd name="T7" fmla="*/ 154 h 326"/>
                <a:gd name="T8" fmla="*/ 156 w 178"/>
                <a:gd name="T9" fmla="*/ 291 h 326"/>
                <a:gd name="T10" fmla="*/ 175 w 178"/>
                <a:gd name="T11" fmla="*/ 317 h 326"/>
                <a:gd name="T12" fmla="*/ 137 w 178"/>
                <a:gd name="T13" fmla="*/ 301 h 326"/>
                <a:gd name="T14" fmla="*/ 124 w 178"/>
                <a:gd name="T15" fmla="*/ 160 h 326"/>
                <a:gd name="T16" fmla="*/ 81 w 178"/>
                <a:gd name="T17" fmla="*/ 62 h 326"/>
                <a:gd name="T18" fmla="*/ 75 w 178"/>
                <a:gd name="T19" fmla="*/ 60 h 326"/>
                <a:gd name="T20" fmla="*/ 38 w 178"/>
                <a:gd name="T21" fmla="*/ 174 h 326"/>
                <a:gd name="T22" fmla="*/ 76 w 178"/>
                <a:gd name="T23" fmla="*/ 288 h 326"/>
                <a:gd name="T24" fmla="*/ 30 w 178"/>
                <a:gd name="T25" fmla="*/ 308 h 326"/>
                <a:gd name="T26" fmla="*/ 55 w 178"/>
                <a:gd name="T27" fmla="*/ 283 h 326"/>
                <a:gd name="T28" fmla="*/ 8 w 178"/>
                <a:gd name="T29" fmla="*/ 179 h 326"/>
                <a:gd name="T30" fmla="*/ 41 w 178"/>
                <a:gd name="T31" fmla="*/ 28 h 326"/>
                <a:gd name="T32" fmla="*/ 41 w 178"/>
                <a:gd name="T33" fmla="*/ 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8" h="326">
                  <a:moveTo>
                    <a:pt x="41" y="7"/>
                  </a:moveTo>
                  <a:cubicBezTo>
                    <a:pt x="41" y="7"/>
                    <a:pt x="78" y="15"/>
                    <a:pt x="106" y="0"/>
                  </a:cubicBezTo>
                  <a:cubicBezTo>
                    <a:pt x="106" y="0"/>
                    <a:pt x="112" y="18"/>
                    <a:pt x="114" y="24"/>
                  </a:cubicBezTo>
                  <a:cubicBezTo>
                    <a:pt x="124" y="59"/>
                    <a:pt x="145" y="117"/>
                    <a:pt x="150" y="154"/>
                  </a:cubicBezTo>
                  <a:cubicBezTo>
                    <a:pt x="156" y="193"/>
                    <a:pt x="156" y="291"/>
                    <a:pt x="156" y="291"/>
                  </a:cubicBezTo>
                  <a:cubicBezTo>
                    <a:pt x="178" y="312"/>
                    <a:pt x="175" y="317"/>
                    <a:pt x="175" y="317"/>
                  </a:cubicBezTo>
                  <a:cubicBezTo>
                    <a:pt x="146" y="326"/>
                    <a:pt x="137" y="301"/>
                    <a:pt x="137" y="301"/>
                  </a:cubicBezTo>
                  <a:cubicBezTo>
                    <a:pt x="137" y="301"/>
                    <a:pt x="134" y="199"/>
                    <a:pt x="124" y="160"/>
                  </a:cubicBezTo>
                  <a:cubicBezTo>
                    <a:pt x="117" y="134"/>
                    <a:pt x="95" y="99"/>
                    <a:pt x="81" y="62"/>
                  </a:cubicBezTo>
                  <a:cubicBezTo>
                    <a:pt x="80" y="59"/>
                    <a:pt x="76" y="58"/>
                    <a:pt x="75" y="60"/>
                  </a:cubicBezTo>
                  <a:cubicBezTo>
                    <a:pt x="65" y="97"/>
                    <a:pt x="41" y="156"/>
                    <a:pt x="38" y="174"/>
                  </a:cubicBezTo>
                  <a:cubicBezTo>
                    <a:pt x="35" y="190"/>
                    <a:pt x="76" y="288"/>
                    <a:pt x="76" y="288"/>
                  </a:cubicBezTo>
                  <a:cubicBezTo>
                    <a:pt x="76" y="288"/>
                    <a:pt x="52" y="316"/>
                    <a:pt x="30" y="308"/>
                  </a:cubicBezTo>
                  <a:cubicBezTo>
                    <a:pt x="30" y="308"/>
                    <a:pt x="27" y="298"/>
                    <a:pt x="55" y="283"/>
                  </a:cubicBezTo>
                  <a:cubicBezTo>
                    <a:pt x="55" y="283"/>
                    <a:pt x="21" y="213"/>
                    <a:pt x="8" y="179"/>
                  </a:cubicBezTo>
                  <a:cubicBezTo>
                    <a:pt x="0" y="159"/>
                    <a:pt x="36" y="66"/>
                    <a:pt x="41" y="28"/>
                  </a:cubicBezTo>
                  <a:cubicBezTo>
                    <a:pt x="41" y="23"/>
                    <a:pt x="41" y="7"/>
                    <a:pt x="41" y="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5" name="Freeform 184"/>
            <p:cNvSpPr/>
            <p:nvPr/>
          </p:nvSpPr>
          <p:spPr bwMode="auto">
            <a:xfrm>
              <a:off x="10745282" y="1844954"/>
              <a:ext cx="65608" cy="35327"/>
            </a:xfrm>
            <a:custGeom>
              <a:avLst/>
              <a:gdLst>
                <a:gd name="T0" fmla="*/ 0 w 19"/>
                <a:gd name="T1" fmla="*/ 0 h 10"/>
                <a:gd name="T2" fmla="*/ 1 w 19"/>
                <a:gd name="T3" fmla="*/ 8 h 10"/>
                <a:gd name="T4" fmla="*/ 19 w 19"/>
                <a:gd name="T5" fmla="*/ 8 h 10"/>
                <a:gd name="T6" fmla="*/ 19 w 19"/>
                <a:gd name="T7" fmla="*/ 0 h 10"/>
                <a:gd name="T8" fmla="*/ 0 w 1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0" y="0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0" y="10"/>
                    <a:pt x="19" y="8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6" name="Freeform 185"/>
            <p:cNvSpPr/>
            <p:nvPr/>
          </p:nvSpPr>
          <p:spPr bwMode="auto">
            <a:xfrm>
              <a:off x="10603975" y="2425323"/>
              <a:ext cx="87476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0 w 25"/>
                <a:gd name="T5" fmla="*/ 12 h 41"/>
                <a:gd name="T6" fmla="*/ 2 w 25"/>
                <a:gd name="T7" fmla="*/ 18 h 41"/>
                <a:gd name="T8" fmla="*/ 5 w 25"/>
                <a:gd name="T9" fmla="*/ 22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5 h 41"/>
                <a:gd name="T20" fmla="*/ 14 w 25"/>
                <a:gd name="T21" fmla="*/ 10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3 h 41"/>
                <a:gd name="T30" fmla="*/ 25 w 25"/>
                <a:gd name="T31" fmla="*/ 13 h 41"/>
                <a:gd name="T32" fmla="*/ 23 w 25"/>
                <a:gd name="T33" fmla="*/ 15 h 41"/>
                <a:gd name="T34" fmla="*/ 24 w 25"/>
                <a:gd name="T35" fmla="*/ 15 h 41"/>
                <a:gd name="T36" fmla="*/ 22 w 25"/>
                <a:gd name="T37" fmla="*/ 18 h 41"/>
                <a:gd name="T38" fmla="*/ 20 w 25"/>
                <a:gd name="T39" fmla="*/ 22 h 41"/>
                <a:gd name="T40" fmla="*/ 15 w 25"/>
                <a:gd name="T41" fmla="*/ 35 h 41"/>
                <a:gd name="T42" fmla="*/ 12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2" y="13"/>
                    <a:pt x="2" y="1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2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8"/>
                    <a:pt x="18" y="10"/>
                  </a:cubicBezTo>
                  <a:cubicBezTo>
                    <a:pt x="15" y="11"/>
                    <a:pt x="15" y="15"/>
                    <a:pt x="15" y="1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4" y="12"/>
                    <a:pt x="25" y="13"/>
                  </a:cubicBezTo>
                  <a:cubicBezTo>
                    <a:pt x="25" y="14"/>
                    <a:pt x="23" y="15"/>
                    <a:pt x="23" y="15"/>
                  </a:cubicBezTo>
                  <a:cubicBezTo>
                    <a:pt x="23" y="15"/>
                    <a:pt x="24" y="15"/>
                    <a:pt x="24" y="15"/>
                  </a:cubicBezTo>
                  <a:cubicBezTo>
                    <a:pt x="24" y="17"/>
                    <a:pt x="22" y="18"/>
                    <a:pt x="22" y="18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1" y="32"/>
                    <a:pt x="15" y="35"/>
                  </a:cubicBezTo>
                  <a:cubicBezTo>
                    <a:pt x="14" y="35"/>
                    <a:pt x="12" y="41"/>
                    <a:pt x="12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7" name="Freeform 186"/>
            <p:cNvSpPr/>
            <p:nvPr/>
          </p:nvSpPr>
          <p:spPr bwMode="auto">
            <a:xfrm>
              <a:off x="10460986" y="2536350"/>
              <a:ext cx="227102" cy="496258"/>
            </a:xfrm>
            <a:custGeom>
              <a:avLst/>
              <a:gdLst>
                <a:gd name="T0" fmla="*/ 10 w 65"/>
                <a:gd name="T1" fmla="*/ 110 h 142"/>
                <a:gd name="T2" fmla="*/ 41 w 65"/>
                <a:gd name="T3" fmla="*/ 71 h 142"/>
                <a:gd name="T4" fmla="*/ 48 w 65"/>
                <a:gd name="T5" fmla="*/ 1 h 142"/>
                <a:gd name="T6" fmla="*/ 61 w 65"/>
                <a:gd name="T7" fmla="*/ 0 h 142"/>
                <a:gd name="T8" fmla="*/ 61 w 65"/>
                <a:gd name="T9" fmla="*/ 74 h 142"/>
                <a:gd name="T10" fmla="*/ 23 w 65"/>
                <a:gd name="T11" fmla="*/ 142 h 142"/>
                <a:gd name="T12" fmla="*/ 10 w 65"/>
                <a:gd name="T13" fmla="*/ 11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42">
                  <a:moveTo>
                    <a:pt x="10" y="110"/>
                  </a:moveTo>
                  <a:cubicBezTo>
                    <a:pt x="41" y="71"/>
                    <a:pt x="41" y="71"/>
                    <a:pt x="41" y="7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5" y="56"/>
                    <a:pt x="61" y="74"/>
                  </a:cubicBezTo>
                  <a:cubicBezTo>
                    <a:pt x="56" y="93"/>
                    <a:pt x="23" y="142"/>
                    <a:pt x="23" y="142"/>
                  </a:cubicBezTo>
                  <a:cubicBezTo>
                    <a:pt x="23" y="142"/>
                    <a:pt x="0" y="130"/>
                    <a:pt x="10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8" name="Freeform 187"/>
            <p:cNvSpPr/>
            <p:nvPr/>
          </p:nvSpPr>
          <p:spPr bwMode="auto">
            <a:xfrm>
              <a:off x="10570330" y="4191665"/>
              <a:ext cx="90840" cy="129532"/>
            </a:xfrm>
            <a:custGeom>
              <a:avLst/>
              <a:gdLst>
                <a:gd name="T0" fmla="*/ 2 w 26"/>
                <a:gd name="T1" fmla="*/ 26 h 37"/>
                <a:gd name="T2" fmla="*/ 0 w 26"/>
                <a:gd name="T3" fmla="*/ 12 h 37"/>
                <a:gd name="T4" fmla="*/ 4 w 26"/>
                <a:gd name="T5" fmla="*/ 5 h 37"/>
                <a:gd name="T6" fmla="*/ 3 w 26"/>
                <a:gd name="T7" fmla="*/ 11 h 37"/>
                <a:gd name="T8" fmla="*/ 4 w 26"/>
                <a:gd name="T9" fmla="*/ 16 h 37"/>
                <a:gd name="T10" fmla="*/ 10 w 26"/>
                <a:gd name="T11" fmla="*/ 7 h 37"/>
                <a:gd name="T12" fmla="*/ 17 w 26"/>
                <a:gd name="T13" fmla="*/ 0 h 37"/>
                <a:gd name="T14" fmla="*/ 18 w 26"/>
                <a:gd name="T15" fmla="*/ 2 h 37"/>
                <a:gd name="T16" fmla="*/ 13 w 26"/>
                <a:gd name="T17" fmla="*/ 8 h 37"/>
                <a:gd name="T18" fmla="*/ 11 w 26"/>
                <a:gd name="T19" fmla="*/ 12 h 37"/>
                <a:gd name="T20" fmla="*/ 17 w 26"/>
                <a:gd name="T21" fmla="*/ 9 h 37"/>
                <a:gd name="T22" fmla="*/ 26 w 26"/>
                <a:gd name="T23" fmla="*/ 9 h 37"/>
                <a:gd name="T24" fmla="*/ 20 w 26"/>
                <a:gd name="T25" fmla="*/ 11 h 37"/>
                <a:gd name="T26" fmla="*/ 15 w 26"/>
                <a:gd name="T27" fmla="*/ 15 h 37"/>
                <a:gd name="T28" fmla="*/ 21 w 26"/>
                <a:gd name="T29" fmla="*/ 15 h 37"/>
                <a:gd name="T30" fmla="*/ 25 w 26"/>
                <a:gd name="T31" fmla="*/ 17 h 37"/>
                <a:gd name="T32" fmla="*/ 23 w 26"/>
                <a:gd name="T33" fmla="*/ 18 h 37"/>
                <a:gd name="T34" fmla="*/ 24 w 26"/>
                <a:gd name="T35" fmla="*/ 19 h 37"/>
                <a:gd name="T36" fmla="*/ 20 w 26"/>
                <a:gd name="T37" fmla="*/ 20 h 37"/>
                <a:gd name="T38" fmla="*/ 17 w 26"/>
                <a:gd name="T39" fmla="*/ 23 h 37"/>
                <a:gd name="T40" fmla="*/ 7 w 26"/>
                <a:gd name="T41" fmla="*/ 32 h 37"/>
                <a:gd name="T42" fmla="*/ 1 w 26"/>
                <a:gd name="T43" fmla="*/ 37 h 37"/>
                <a:gd name="T44" fmla="*/ 2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" y="2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5" y="7"/>
                    <a:pt x="3" y="11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9" y="0"/>
                    <a:pt x="18" y="2"/>
                  </a:cubicBezTo>
                  <a:cubicBezTo>
                    <a:pt x="18" y="3"/>
                    <a:pt x="13" y="8"/>
                    <a:pt x="13" y="8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12"/>
                    <a:pt x="20" y="11"/>
                  </a:cubicBezTo>
                  <a:cubicBezTo>
                    <a:pt x="18" y="11"/>
                    <a:pt x="15" y="15"/>
                    <a:pt x="15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5" y="16"/>
                    <a:pt x="25" y="17"/>
                  </a:cubicBezTo>
                  <a:cubicBezTo>
                    <a:pt x="25" y="18"/>
                    <a:pt x="23" y="18"/>
                    <a:pt x="23" y="18"/>
                  </a:cubicBezTo>
                  <a:cubicBezTo>
                    <a:pt x="23" y="18"/>
                    <a:pt x="24" y="18"/>
                    <a:pt x="24" y="19"/>
                  </a:cubicBezTo>
                  <a:cubicBezTo>
                    <a:pt x="23" y="20"/>
                    <a:pt x="20" y="20"/>
                    <a:pt x="20" y="20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3" y="33"/>
                    <a:pt x="7" y="32"/>
                  </a:cubicBezTo>
                  <a:cubicBezTo>
                    <a:pt x="5" y="32"/>
                    <a:pt x="1" y="37"/>
                    <a:pt x="1" y="37"/>
                  </a:cubicBezTo>
                  <a:lnTo>
                    <a:pt x="2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59" name="Freeform 188"/>
            <p:cNvSpPr/>
            <p:nvPr/>
          </p:nvSpPr>
          <p:spPr bwMode="auto">
            <a:xfrm>
              <a:off x="10852945" y="4191665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7 w 26"/>
                <a:gd name="T15" fmla="*/ 2 h 37"/>
                <a:gd name="T16" fmla="*/ 12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5 w 26"/>
                <a:gd name="T25" fmla="*/ 11 h 37"/>
                <a:gd name="T26" fmla="*/ 10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5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4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7" y="2"/>
                  </a:cubicBezTo>
                  <a:cubicBezTo>
                    <a:pt x="8" y="3"/>
                    <a:pt x="12" y="8"/>
                    <a:pt x="12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5" y="11"/>
                  </a:cubicBezTo>
                  <a:cubicBezTo>
                    <a:pt x="8" y="11"/>
                    <a:pt x="10" y="15"/>
                    <a:pt x="1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5" y="20"/>
                    <a:pt x="5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2" y="33"/>
                    <a:pt x="19" y="32"/>
                  </a:cubicBezTo>
                  <a:cubicBezTo>
                    <a:pt x="20" y="32"/>
                    <a:pt x="24" y="37"/>
                    <a:pt x="24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0" name="Freeform 189"/>
            <p:cNvSpPr/>
            <p:nvPr/>
          </p:nvSpPr>
          <p:spPr bwMode="auto">
            <a:xfrm>
              <a:off x="10915188" y="4267366"/>
              <a:ext cx="60560" cy="97569"/>
            </a:xfrm>
            <a:custGeom>
              <a:avLst/>
              <a:gdLst>
                <a:gd name="T0" fmla="*/ 8 w 17"/>
                <a:gd name="T1" fmla="*/ 28 h 28"/>
                <a:gd name="T2" fmla="*/ 0 w 17"/>
                <a:gd name="T3" fmla="*/ 15 h 28"/>
                <a:gd name="T4" fmla="*/ 6 w 17"/>
                <a:gd name="T5" fmla="*/ 2 h 28"/>
                <a:gd name="T6" fmla="*/ 17 w 17"/>
                <a:gd name="T7" fmla="*/ 10 h 28"/>
                <a:gd name="T8" fmla="*/ 8 w 17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8" y="28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0"/>
                    <a:pt x="6" y="2"/>
                  </a:cubicBezTo>
                  <a:cubicBezTo>
                    <a:pt x="17" y="10"/>
                    <a:pt x="17" y="10"/>
                    <a:pt x="17" y="10"/>
                  </a:cubicBezTo>
                  <a:lnTo>
                    <a:pt x="8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1" name="Freeform 190"/>
            <p:cNvSpPr/>
            <p:nvPr/>
          </p:nvSpPr>
          <p:spPr bwMode="auto">
            <a:xfrm>
              <a:off x="10518181" y="4264001"/>
              <a:ext cx="82430" cy="112710"/>
            </a:xfrm>
            <a:custGeom>
              <a:avLst/>
              <a:gdLst>
                <a:gd name="T0" fmla="*/ 16 w 24"/>
                <a:gd name="T1" fmla="*/ 0 h 32"/>
                <a:gd name="T2" fmla="*/ 22 w 24"/>
                <a:gd name="T3" fmla="*/ 7 h 32"/>
                <a:gd name="T4" fmla="*/ 22 w 24"/>
                <a:gd name="T5" fmla="*/ 19 h 32"/>
                <a:gd name="T6" fmla="*/ 0 w 24"/>
                <a:gd name="T7" fmla="*/ 32 h 32"/>
                <a:gd name="T8" fmla="*/ 16 w 24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2">
                  <a:moveTo>
                    <a:pt x="16" y="0"/>
                  </a:moveTo>
                  <a:cubicBezTo>
                    <a:pt x="16" y="0"/>
                    <a:pt x="20" y="1"/>
                    <a:pt x="22" y="7"/>
                  </a:cubicBezTo>
                  <a:cubicBezTo>
                    <a:pt x="24" y="13"/>
                    <a:pt x="22" y="19"/>
                    <a:pt x="22" y="19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2" name="Freeform 191"/>
            <p:cNvSpPr/>
            <p:nvPr/>
          </p:nvSpPr>
          <p:spPr bwMode="auto">
            <a:xfrm>
              <a:off x="11280231" y="4048676"/>
              <a:ext cx="85794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1 w 25"/>
                <a:gd name="T5" fmla="*/ 12 h 41"/>
                <a:gd name="T6" fmla="*/ 2 w 25"/>
                <a:gd name="T7" fmla="*/ 18 h 41"/>
                <a:gd name="T8" fmla="*/ 6 w 25"/>
                <a:gd name="T9" fmla="*/ 21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4 h 41"/>
                <a:gd name="T20" fmla="*/ 14 w 25"/>
                <a:gd name="T21" fmla="*/ 9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2 h 41"/>
                <a:gd name="T30" fmla="*/ 25 w 25"/>
                <a:gd name="T31" fmla="*/ 12 h 41"/>
                <a:gd name="T32" fmla="*/ 23 w 25"/>
                <a:gd name="T33" fmla="*/ 14 h 41"/>
                <a:gd name="T34" fmla="*/ 24 w 25"/>
                <a:gd name="T35" fmla="*/ 15 h 41"/>
                <a:gd name="T36" fmla="*/ 22 w 25"/>
                <a:gd name="T37" fmla="*/ 17 h 41"/>
                <a:gd name="T38" fmla="*/ 20 w 25"/>
                <a:gd name="T39" fmla="*/ 21 h 41"/>
                <a:gd name="T40" fmla="*/ 16 w 25"/>
                <a:gd name="T41" fmla="*/ 34 h 41"/>
                <a:gd name="T42" fmla="*/ 13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2" y="13"/>
                    <a:pt x="2" y="18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1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7"/>
                    <a:pt x="18" y="10"/>
                  </a:cubicBezTo>
                  <a:cubicBezTo>
                    <a:pt x="16" y="11"/>
                    <a:pt x="15" y="15"/>
                    <a:pt x="15" y="15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4" y="11"/>
                    <a:pt x="25" y="12"/>
                  </a:cubicBezTo>
                  <a:cubicBezTo>
                    <a:pt x="25" y="13"/>
                    <a:pt x="23" y="14"/>
                    <a:pt x="23" y="14"/>
                  </a:cubicBezTo>
                  <a:cubicBezTo>
                    <a:pt x="23" y="14"/>
                    <a:pt x="25" y="14"/>
                    <a:pt x="24" y="15"/>
                  </a:cubicBezTo>
                  <a:cubicBezTo>
                    <a:pt x="24" y="16"/>
                    <a:pt x="22" y="17"/>
                    <a:pt x="22" y="17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2" y="32"/>
                    <a:pt x="16" y="34"/>
                  </a:cubicBezTo>
                  <a:cubicBezTo>
                    <a:pt x="14" y="35"/>
                    <a:pt x="13" y="41"/>
                    <a:pt x="13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3" name="Freeform 192"/>
            <p:cNvSpPr/>
            <p:nvPr/>
          </p:nvSpPr>
          <p:spPr bwMode="auto">
            <a:xfrm>
              <a:off x="11290325" y="4159703"/>
              <a:ext cx="171587" cy="484482"/>
            </a:xfrm>
            <a:custGeom>
              <a:avLst/>
              <a:gdLst>
                <a:gd name="T0" fmla="*/ 10 w 49"/>
                <a:gd name="T1" fmla="*/ 139 h 139"/>
                <a:gd name="T2" fmla="*/ 2 w 49"/>
                <a:gd name="T3" fmla="*/ 117 h 139"/>
                <a:gd name="T4" fmla="*/ 24 w 49"/>
                <a:gd name="T5" fmla="*/ 62 h 139"/>
                <a:gd name="T6" fmla="*/ 4 w 49"/>
                <a:gd name="T7" fmla="*/ 2 h 139"/>
                <a:gd name="T8" fmla="*/ 17 w 49"/>
                <a:gd name="T9" fmla="*/ 2 h 139"/>
                <a:gd name="T10" fmla="*/ 44 w 49"/>
                <a:gd name="T11" fmla="*/ 57 h 139"/>
                <a:gd name="T12" fmla="*/ 10 w 49"/>
                <a:gd name="T1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39">
                  <a:moveTo>
                    <a:pt x="10" y="139"/>
                  </a:moveTo>
                  <a:cubicBezTo>
                    <a:pt x="10" y="139"/>
                    <a:pt x="3" y="135"/>
                    <a:pt x="2" y="117"/>
                  </a:cubicBezTo>
                  <a:cubicBezTo>
                    <a:pt x="0" y="100"/>
                    <a:pt x="24" y="62"/>
                    <a:pt x="24" y="6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6" y="0"/>
                    <a:pt x="17" y="2"/>
                    <a:pt x="17" y="2"/>
                  </a:cubicBezTo>
                  <a:cubicBezTo>
                    <a:pt x="17" y="2"/>
                    <a:pt x="40" y="35"/>
                    <a:pt x="44" y="57"/>
                  </a:cubicBezTo>
                  <a:cubicBezTo>
                    <a:pt x="49" y="79"/>
                    <a:pt x="26" y="128"/>
                    <a:pt x="10" y="1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4" name="Freeform 193"/>
            <p:cNvSpPr/>
            <p:nvPr/>
          </p:nvSpPr>
          <p:spPr bwMode="auto">
            <a:xfrm>
              <a:off x="10185100" y="-453"/>
              <a:ext cx="1014385" cy="454202"/>
            </a:xfrm>
            <a:custGeom>
              <a:avLst/>
              <a:gdLst>
                <a:gd name="T0" fmla="*/ 170 w 290"/>
                <a:gd name="T1" fmla="*/ 0 h 130"/>
                <a:gd name="T2" fmla="*/ 120 w 290"/>
                <a:gd name="T3" fmla="*/ 0 h 130"/>
                <a:gd name="T4" fmla="*/ 0 w 290"/>
                <a:gd name="T5" fmla="*/ 0 h 130"/>
                <a:gd name="T6" fmla="*/ 14 w 290"/>
                <a:gd name="T7" fmla="*/ 24 h 130"/>
                <a:gd name="T8" fmla="*/ 95 w 290"/>
                <a:gd name="T9" fmla="*/ 130 h 130"/>
                <a:gd name="T10" fmla="*/ 144 w 290"/>
                <a:gd name="T11" fmla="*/ 130 h 130"/>
                <a:gd name="T12" fmla="*/ 146 w 290"/>
                <a:gd name="T13" fmla="*/ 130 h 130"/>
                <a:gd name="T14" fmla="*/ 195 w 290"/>
                <a:gd name="T15" fmla="*/ 130 h 130"/>
                <a:gd name="T16" fmla="*/ 276 w 290"/>
                <a:gd name="T17" fmla="*/ 24 h 130"/>
                <a:gd name="T18" fmla="*/ 290 w 290"/>
                <a:gd name="T19" fmla="*/ 0 h 130"/>
                <a:gd name="T20" fmla="*/ 170 w 290"/>
                <a:gd name="T2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0" h="130">
                  <a:moveTo>
                    <a:pt x="17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99" y="64"/>
                    <a:pt x="95" y="130"/>
                    <a:pt x="95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1" y="64"/>
                    <a:pt x="276" y="24"/>
                  </a:cubicBezTo>
                  <a:cubicBezTo>
                    <a:pt x="290" y="0"/>
                    <a:pt x="290" y="0"/>
                    <a:pt x="290" y="0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5" name="Freeform 194"/>
            <p:cNvSpPr/>
            <p:nvPr/>
          </p:nvSpPr>
          <p:spPr bwMode="auto">
            <a:xfrm>
              <a:off x="10185100" y="-453"/>
              <a:ext cx="1014385" cy="84112"/>
            </a:xfrm>
            <a:custGeom>
              <a:avLst/>
              <a:gdLst>
                <a:gd name="T0" fmla="*/ 0 w 603"/>
                <a:gd name="T1" fmla="*/ 0 h 50"/>
                <a:gd name="T2" fmla="*/ 29 w 603"/>
                <a:gd name="T3" fmla="*/ 50 h 50"/>
                <a:gd name="T4" fmla="*/ 574 w 603"/>
                <a:gd name="T5" fmla="*/ 50 h 50"/>
                <a:gd name="T6" fmla="*/ 603 w 603"/>
                <a:gd name="T7" fmla="*/ 0 h 50"/>
                <a:gd name="T8" fmla="*/ 0 w 60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3" h="50">
                  <a:moveTo>
                    <a:pt x="0" y="0"/>
                  </a:moveTo>
                  <a:lnTo>
                    <a:pt x="29" y="50"/>
                  </a:lnTo>
                  <a:lnTo>
                    <a:pt x="574" y="50"/>
                  </a:lnTo>
                  <a:lnTo>
                    <a:pt x="6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6" name="Freeform 195"/>
            <p:cNvSpPr/>
            <p:nvPr/>
          </p:nvSpPr>
          <p:spPr bwMode="auto">
            <a:xfrm>
              <a:off x="5710367" y="2506070"/>
              <a:ext cx="553454" cy="550090"/>
            </a:xfrm>
            <a:custGeom>
              <a:avLst/>
              <a:gdLst>
                <a:gd name="T0" fmla="*/ 158 w 158"/>
                <a:gd name="T1" fmla="*/ 150 h 158"/>
                <a:gd name="T2" fmla="*/ 150 w 158"/>
                <a:gd name="T3" fmla="*/ 158 h 158"/>
                <a:gd name="T4" fmla="*/ 8 w 158"/>
                <a:gd name="T5" fmla="*/ 158 h 158"/>
                <a:gd name="T6" fmla="*/ 0 w 158"/>
                <a:gd name="T7" fmla="*/ 150 h 158"/>
                <a:gd name="T8" fmla="*/ 0 w 158"/>
                <a:gd name="T9" fmla="*/ 8 h 158"/>
                <a:gd name="T10" fmla="*/ 8 w 158"/>
                <a:gd name="T11" fmla="*/ 0 h 158"/>
                <a:gd name="T12" fmla="*/ 150 w 158"/>
                <a:gd name="T13" fmla="*/ 0 h 158"/>
                <a:gd name="T14" fmla="*/ 158 w 158"/>
                <a:gd name="T15" fmla="*/ 8 h 158"/>
                <a:gd name="T16" fmla="*/ 158 w 158"/>
                <a:gd name="T17" fmla="*/ 15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58">
                  <a:moveTo>
                    <a:pt x="158" y="150"/>
                  </a:moveTo>
                  <a:cubicBezTo>
                    <a:pt x="158" y="155"/>
                    <a:pt x="155" y="158"/>
                    <a:pt x="150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4" y="158"/>
                    <a:pt x="0" y="155"/>
                    <a:pt x="0" y="15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5" y="0"/>
                    <a:pt x="158" y="4"/>
                    <a:pt x="158" y="8"/>
                  </a:cubicBezTo>
                  <a:lnTo>
                    <a:pt x="158" y="15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7" name="Freeform 196"/>
            <p:cNvSpPr/>
            <p:nvPr/>
          </p:nvSpPr>
          <p:spPr bwMode="auto">
            <a:xfrm>
              <a:off x="5722142" y="2506070"/>
              <a:ext cx="529903" cy="529903"/>
            </a:xfrm>
            <a:custGeom>
              <a:avLst/>
              <a:gdLst>
                <a:gd name="T0" fmla="*/ 152 w 152"/>
                <a:gd name="T1" fmla="*/ 145 h 152"/>
                <a:gd name="T2" fmla="*/ 145 w 152"/>
                <a:gd name="T3" fmla="*/ 152 h 152"/>
                <a:gd name="T4" fmla="*/ 8 w 152"/>
                <a:gd name="T5" fmla="*/ 152 h 152"/>
                <a:gd name="T6" fmla="*/ 0 w 152"/>
                <a:gd name="T7" fmla="*/ 145 h 152"/>
                <a:gd name="T8" fmla="*/ 0 w 152"/>
                <a:gd name="T9" fmla="*/ 8 h 152"/>
                <a:gd name="T10" fmla="*/ 8 w 152"/>
                <a:gd name="T11" fmla="*/ 0 h 152"/>
                <a:gd name="T12" fmla="*/ 145 w 152"/>
                <a:gd name="T13" fmla="*/ 0 h 152"/>
                <a:gd name="T14" fmla="*/ 152 w 152"/>
                <a:gd name="T15" fmla="*/ 8 h 152"/>
                <a:gd name="T16" fmla="*/ 152 w 152"/>
                <a:gd name="T17" fmla="*/ 14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152">
                  <a:moveTo>
                    <a:pt x="152" y="145"/>
                  </a:moveTo>
                  <a:cubicBezTo>
                    <a:pt x="152" y="149"/>
                    <a:pt x="149" y="152"/>
                    <a:pt x="145" y="152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4" y="152"/>
                    <a:pt x="0" y="149"/>
                    <a:pt x="0" y="145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9" y="0"/>
                    <a:pt x="152" y="4"/>
                    <a:pt x="152" y="8"/>
                  </a:cubicBezTo>
                  <a:lnTo>
                    <a:pt x="152" y="14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8" name="Rectangle 197"/>
            <p:cNvSpPr>
              <a:spLocks noChangeArrowheads="1"/>
            </p:cNvSpPr>
            <p:nvPr/>
          </p:nvSpPr>
          <p:spPr bwMode="auto">
            <a:xfrm>
              <a:off x="5920646" y="2633919"/>
              <a:ext cx="136261" cy="2943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69" name="Rectangle 198"/>
            <p:cNvSpPr>
              <a:spLocks noChangeArrowheads="1"/>
            </p:cNvSpPr>
            <p:nvPr/>
          </p:nvSpPr>
          <p:spPr bwMode="auto">
            <a:xfrm>
              <a:off x="5920646" y="2633919"/>
              <a:ext cx="136261" cy="139626"/>
            </a:xfrm>
            <a:prstGeom prst="rect">
              <a:avLst/>
            </a:pr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0" name="Rectangle 199"/>
            <p:cNvSpPr>
              <a:spLocks noChangeArrowheads="1"/>
            </p:cNvSpPr>
            <p:nvPr/>
          </p:nvSpPr>
          <p:spPr bwMode="auto">
            <a:xfrm>
              <a:off x="5920646" y="2928310"/>
              <a:ext cx="136261" cy="20187"/>
            </a:xfrm>
            <a:prstGeom prst="rect">
              <a:avLst/>
            </a:pr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1" name="Freeform 200"/>
            <p:cNvSpPr/>
            <p:nvPr/>
          </p:nvSpPr>
          <p:spPr bwMode="auto">
            <a:xfrm>
              <a:off x="6018215" y="2665882"/>
              <a:ext cx="77383" cy="844480"/>
            </a:xfrm>
            <a:custGeom>
              <a:avLst/>
              <a:gdLst>
                <a:gd name="T0" fmla="*/ 18 w 22"/>
                <a:gd name="T1" fmla="*/ 242 h 242"/>
                <a:gd name="T2" fmla="*/ 18 w 22"/>
                <a:gd name="T3" fmla="*/ 242 h 242"/>
                <a:gd name="T4" fmla="*/ 13 w 22"/>
                <a:gd name="T5" fmla="*/ 238 h 242"/>
                <a:gd name="T6" fmla="*/ 0 w 22"/>
                <a:gd name="T7" fmla="*/ 4 h 242"/>
                <a:gd name="T8" fmla="*/ 4 w 22"/>
                <a:gd name="T9" fmla="*/ 0 h 242"/>
                <a:gd name="T10" fmla="*/ 8 w 22"/>
                <a:gd name="T11" fmla="*/ 4 h 242"/>
                <a:gd name="T12" fmla="*/ 21 w 22"/>
                <a:gd name="T13" fmla="*/ 238 h 242"/>
                <a:gd name="T14" fmla="*/ 18 w 22"/>
                <a:gd name="T15" fmla="*/ 24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242">
                  <a:moveTo>
                    <a:pt x="18" y="242"/>
                  </a:moveTo>
                  <a:cubicBezTo>
                    <a:pt x="18" y="242"/>
                    <a:pt x="18" y="242"/>
                    <a:pt x="18" y="242"/>
                  </a:cubicBezTo>
                  <a:cubicBezTo>
                    <a:pt x="15" y="242"/>
                    <a:pt x="14" y="240"/>
                    <a:pt x="13" y="2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ubicBezTo>
                    <a:pt x="21" y="238"/>
                    <a:pt x="21" y="238"/>
                    <a:pt x="21" y="238"/>
                  </a:cubicBezTo>
                  <a:cubicBezTo>
                    <a:pt x="22" y="240"/>
                    <a:pt x="20" y="242"/>
                    <a:pt x="18" y="242"/>
                  </a:cubicBezTo>
                  <a:close/>
                </a:path>
              </a:pathLst>
            </a:custGeom>
            <a:solidFill>
              <a:srgbClr val="936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2" name="Freeform 201"/>
            <p:cNvSpPr/>
            <p:nvPr/>
          </p:nvSpPr>
          <p:spPr bwMode="auto">
            <a:xfrm>
              <a:off x="6056907" y="3409428"/>
              <a:ext cx="77383" cy="174952"/>
            </a:xfrm>
            <a:custGeom>
              <a:avLst/>
              <a:gdLst>
                <a:gd name="T0" fmla="*/ 8 w 22"/>
                <a:gd name="T1" fmla="*/ 45 h 50"/>
                <a:gd name="T2" fmla="*/ 0 w 22"/>
                <a:gd name="T3" fmla="*/ 33 h 50"/>
                <a:gd name="T4" fmla="*/ 0 w 22"/>
                <a:gd name="T5" fmla="*/ 13 h 50"/>
                <a:gd name="T6" fmla="*/ 5 w 22"/>
                <a:gd name="T7" fmla="*/ 22 h 50"/>
                <a:gd name="T8" fmla="*/ 8 w 22"/>
                <a:gd name="T9" fmla="*/ 6 h 50"/>
                <a:gd name="T10" fmla="*/ 13 w 22"/>
                <a:gd name="T11" fmla="*/ 6 h 50"/>
                <a:gd name="T12" fmla="*/ 20 w 22"/>
                <a:gd name="T13" fmla="*/ 18 h 50"/>
                <a:gd name="T14" fmla="*/ 20 w 22"/>
                <a:gd name="T15" fmla="*/ 43 h 50"/>
                <a:gd name="T16" fmla="*/ 8 w 22"/>
                <a:gd name="T17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50">
                  <a:moveTo>
                    <a:pt x="8" y="45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2" y="20"/>
                    <a:pt x="0" y="13"/>
                  </a:cubicBezTo>
                  <a:cubicBezTo>
                    <a:pt x="0" y="13"/>
                    <a:pt x="4" y="15"/>
                    <a:pt x="5" y="22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12" y="0"/>
                    <a:pt x="13" y="6"/>
                  </a:cubicBezTo>
                  <a:cubicBezTo>
                    <a:pt x="14" y="12"/>
                    <a:pt x="17" y="15"/>
                    <a:pt x="20" y="18"/>
                  </a:cubicBezTo>
                  <a:cubicBezTo>
                    <a:pt x="22" y="21"/>
                    <a:pt x="18" y="36"/>
                    <a:pt x="20" y="43"/>
                  </a:cubicBezTo>
                  <a:cubicBezTo>
                    <a:pt x="22" y="50"/>
                    <a:pt x="8" y="45"/>
                    <a:pt x="8" y="4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3" name="Freeform 202"/>
            <p:cNvSpPr/>
            <p:nvPr/>
          </p:nvSpPr>
          <p:spPr bwMode="auto">
            <a:xfrm>
              <a:off x="5521958" y="4201758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8 w 26"/>
                <a:gd name="T15" fmla="*/ 2 h 37"/>
                <a:gd name="T16" fmla="*/ 13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6 w 26"/>
                <a:gd name="T25" fmla="*/ 11 h 37"/>
                <a:gd name="T26" fmla="*/ 11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6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5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8" y="2"/>
                  </a:cubicBezTo>
                  <a:cubicBezTo>
                    <a:pt x="8" y="4"/>
                    <a:pt x="13" y="8"/>
                    <a:pt x="13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6" y="11"/>
                  </a:cubicBezTo>
                  <a:cubicBezTo>
                    <a:pt x="8" y="11"/>
                    <a:pt x="11" y="15"/>
                    <a:pt x="11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6" y="20"/>
                    <a:pt x="6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3" y="33"/>
                    <a:pt x="19" y="32"/>
                  </a:cubicBezTo>
                  <a:cubicBezTo>
                    <a:pt x="21" y="32"/>
                    <a:pt x="25" y="37"/>
                    <a:pt x="25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4" name="Freeform 203"/>
            <p:cNvSpPr/>
            <p:nvPr/>
          </p:nvSpPr>
          <p:spPr bwMode="auto">
            <a:xfrm>
              <a:off x="5791114" y="3902321"/>
              <a:ext cx="287662" cy="331400"/>
            </a:xfrm>
            <a:custGeom>
              <a:avLst/>
              <a:gdLst>
                <a:gd name="T0" fmla="*/ 52 w 82"/>
                <a:gd name="T1" fmla="*/ 95 h 95"/>
                <a:gd name="T2" fmla="*/ 39 w 82"/>
                <a:gd name="T3" fmla="*/ 72 h 95"/>
                <a:gd name="T4" fmla="*/ 8 w 82"/>
                <a:gd name="T5" fmla="*/ 46 h 95"/>
                <a:gd name="T6" fmla="*/ 40 w 82"/>
                <a:gd name="T7" fmla="*/ 3 h 95"/>
                <a:gd name="T8" fmla="*/ 70 w 82"/>
                <a:gd name="T9" fmla="*/ 40 h 95"/>
                <a:gd name="T10" fmla="*/ 70 w 82"/>
                <a:gd name="T11" fmla="*/ 59 h 95"/>
                <a:gd name="T12" fmla="*/ 82 w 82"/>
                <a:gd name="T13" fmla="*/ 90 h 95"/>
                <a:gd name="T14" fmla="*/ 52 w 82"/>
                <a:gd name="T1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95">
                  <a:moveTo>
                    <a:pt x="52" y="95"/>
                  </a:moveTo>
                  <a:cubicBezTo>
                    <a:pt x="50" y="91"/>
                    <a:pt x="48" y="75"/>
                    <a:pt x="39" y="72"/>
                  </a:cubicBezTo>
                  <a:cubicBezTo>
                    <a:pt x="29" y="68"/>
                    <a:pt x="16" y="72"/>
                    <a:pt x="8" y="46"/>
                  </a:cubicBezTo>
                  <a:cubicBezTo>
                    <a:pt x="0" y="20"/>
                    <a:pt x="29" y="0"/>
                    <a:pt x="40" y="3"/>
                  </a:cubicBezTo>
                  <a:cubicBezTo>
                    <a:pt x="52" y="7"/>
                    <a:pt x="70" y="28"/>
                    <a:pt x="70" y="40"/>
                  </a:cubicBezTo>
                  <a:cubicBezTo>
                    <a:pt x="70" y="52"/>
                    <a:pt x="70" y="59"/>
                    <a:pt x="70" y="59"/>
                  </a:cubicBezTo>
                  <a:cubicBezTo>
                    <a:pt x="82" y="90"/>
                    <a:pt x="82" y="90"/>
                    <a:pt x="82" y="90"/>
                  </a:cubicBezTo>
                  <a:lnTo>
                    <a:pt x="52" y="95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5" name="Freeform 204"/>
            <p:cNvSpPr/>
            <p:nvPr/>
          </p:nvSpPr>
          <p:spPr bwMode="auto">
            <a:xfrm>
              <a:off x="5577471" y="3542324"/>
              <a:ext cx="654388" cy="1179244"/>
            </a:xfrm>
            <a:custGeom>
              <a:avLst/>
              <a:gdLst>
                <a:gd name="T0" fmla="*/ 86 w 187"/>
                <a:gd name="T1" fmla="*/ 205 h 338"/>
                <a:gd name="T2" fmla="*/ 148 w 187"/>
                <a:gd name="T3" fmla="*/ 159 h 338"/>
                <a:gd name="T4" fmla="*/ 158 w 187"/>
                <a:gd name="T5" fmla="*/ 81 h 338"/>
                <a:gd name="T6" fmla="*/ 143 w 187"/>
                <a:gd name="T7" fmla="*/ 6 h 338"/>
                <a:gd name="T8" fmla="*/ 156 w 187"/>
                <a:gd name="T9" fmla="*/ 0 h 338"/>
                <a:gd name="T10" fmla="*/ 180 w 187"/>
                <a:gd name="T11" fmla="*/ 77 h 338"/>
                <a:gd name="T12" fmla="*/ 180 w 187"/>
                <a:gd name="T13" fmla="*/ 181 h 338"/>
                <a:gd name="T14" fmla="*/ 174 w 187"/>
                <a:gd name="T15" fmla="*/ 338 h 338"/>
                <a:gd name="T16" fmla="*/ 108 w 187"/>
                <a:gd name="T17" fmla="*/ 338 h 338"/>
                <a:gd name="T18" fmla="*/ 94 w 187"/>
                <a:gd name="T19" fmla="*/ 257 h 338"/>
                <a:gd name="T20" fmla="*/ 44 w 187"/>
                <a:gd name="T21" fmla="*/ 290 h 338"/>
                <a:gd name="T22" fmla="*/ 0 w 187"/>
                <a:gd name="T23" fmla="*/ 222 h 338"/>
                <a:gd name="T24" fmla="*/ 10 w 187"/>
                <a:gd name="T25" fmla="*/ 215 h 338"/>
                <a:gd name="T26" fmla="*/ 42 w 187"/>
                <a:gd name="T27" fmla="*/ 260 h 338"/>
                <a:gd name="T28" fmla="*/ 86 w 187"/>
                <a:gd name="T29" fmla="*/ 20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338">
                  <a:moveTo>
                    <a:pt x="86" y="205"/>
                  </a:moveTo>
                  <a:cubicBezTo>
                    <a:pt x="86" y="205"/>
                    <a:pt x="142" y="177"/>
                    <a:pt x="148" y="159"/>
                  </a:cubicBezTo>
                  <a:cubicBezTo>
                    <a:pt x="153" y="142"/>
                    <a:pt x="158" y="81"/>
                    <a:pt x="158" y="81"/>
                  </a:cubicBezTo>
                  <a:cubicBezTo>
                    <a:pt x="143" y="6"/>
                    <a:pt x="143" y="6"/>
                    <a:pt x="143" y="6"/>
                  </a:cubicBezTo>
                  <a:cubicBezTo>
                    <a:pt x="145" y="0"/>
                    <a:pt x="156" y="0"/>
                    <a:pt x="156" y="0"/>
                  </a:cubicBezTo>
                  <a:cubicBezTo>
                    <a:pt x="156" y="0"/>
                    <a:pt x="177" y="57"/>
                    <a:pt x="180" y="77"/>
                  </a:cubicBezTo>
                  <a:cubicBezTo>
                    <a:pt x="184" y="102"/>
                    <a:pt x="180" y="181"/>
                    <a:pt x="180" y="181"/>
                  </a:cubicBezTo>
                  <a:cubicBezTo>
                    <a:pt x="180" y="181"/>
                    <a:pt x="187" y="285"/>
                    <a:pt x="174" y="338"/>
                  </a:cubicBezTo>
                  <a:cubicBezTo>
                    <a:pt x="108" y="338"/>
                    <a:pt x="108" y="338"/>
                    <a:pt x="108" y="338"/>
                  </a:cubicBezTo>
                  <a:cubicBezTo>
                    <a:pt x="108" y="338"/>
                    <a:pt x="111" y="277"/>
                    <a:pt x="94" y="257"/>
                  </a:cubicBezTo>
                  <a:cubicBezTo>
                    <a:pt x="94" y="257"/>
                    <a:pt x="61" y="294"/>
                    <a:pt x="44" y="290"/>
                  </a:cubicBezTo>
                  <a:cubicBezTo>
                    <a:pt x="23" y="285"/>
                    <a:pt x="0" y="222"/>
                    <a:pt x="0" y="222"/>
                  </a:cubicBezTo>
                  <a:cubicBezTo>
                    <a:pt x="10" y="215"/>
                    <a:pt x="10" y="215"/>
                    <a:pt x="10" y="215"/>
                  </a:cubicBezTo>
                  <a:cubicBezTo>
                    <a:pt x="42" y="260"/>
                    <a:pt x="42" y="260"/>
                    <a:pt x="42" y="260"/>
                  </a:cubicBezTo>
                  <a:lnTo>
                    <a:pt x="86" y="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6" name="Freeform 205"/>
            <p:cNvSpPr/>
            <p:nvPr/>
          </p:nvSpPr>
          <p:spPr bwMode="auto">
            <a:xfrm>
              <a:off x="5917281" y="4637456"/>
              <a:ext cx="343175" cy="1291953"/>
            </a:xfrm>
            <a:custGeom>
              <a:avLst/>
              <a:gdLst>
                <a:gd name="T0" fmla="*/ 11 w 98"/>
                <a:gd name="T1" fmla="*/ 24 h 370"/>
                <a:gd name="T2" fmla="*/ 21 w 98"/>
                <a:gd name="T3" fmla="*/ 341 h 370"/>
                <a:gd name="T4" fmla="*/ 15 w 98"/>
                <a:gd name="T5" fmla="*/ 370 h 370"/>
                <a:gd name="T6" fmla="*/ 42 w 98"/>
                <a:gd name="T7" fmla="*/ 370 h 370"/>
                <a:gd name="T8" fmla="*/ 44 w 98"/>
                <a:gd name="T9" fmla="*/ 344 h 370"/>
                <a:gd name="T10" fmla="*/ 46 w 98"/>
                <a:gd name="T11" fmla="*/ 96 h 370"/>
                <a:gd name="T12" fmla="*/ 50 w 98"/>
                <a:gd name="T13" fmla="*/ 341 h 370"/>
                <a:gd name="T14" fmla="*/ 56 w 98"/>
                <a:gd name="T15" fmla="*/ 370 h 370"/>
                <a:gd name="T16" fmla="*/ 84 w 98"/>
                <a:gd name="T17" fmla="*/ 370 h 370"/>
                <a:gd name="T18" fmla="*/ 75 w 98"/>
                <a:gd name="T19" fmla="*/ 344 h 370"/>
                <a:gd name="T20" fmla="*/ 77 w 98"/>
                <a:gd name="T21" fmla="*/ 24 h 370"/>
                <a:gd name="T22" fmla="*/ 11 w 98"/>
                <a:gd name="T23" fmla="*/ 24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370">
                  <a:moveTo>
                    <a:pt x="11" y="24"/>
                  </a:moveTo>
                  <a:cubicBezTo>
                    <a:pt x="11" y="24"/>
                    <a:pt x="0" y="161"/>
                    <a:pt x="21" y="341"/>
                  </a:cubicBezTo>
                  <a:cubicBezTo>
                    <a:pt x="15" y="370"/>
                    <a:pt x="15" y="370"/>
                    <a:pt x="15" y="370"/>
                  </a:cubicBezTo>
                  <a:cubicBezTo>
                    <a:pt x="42" y="370"/>
                    <a:pt x="42" y="370"/>
                    <a:pt x="42" y="370"/>
                  </a:cubicBezTo>
                  <a:cubicBezTo>
                    <a:pt x="44" y="344"/>
                    <a:pt x="44" y="344"/>
                    <a:pt x="44" y="344"/>
                  </a:cubicBezTo>
                  <a:cubicBezTo>
                    <a:pt x="44" y="344"/>
                    <a:pt x="30" y="96"/>
                    <a:pt x="46" y="96"/>
                  </a:cubicBezTo>
                  <a:cubicBezTo>
                    <a:pt x="62" y="96"/>
                    <a:pt x="50" y="341"/>
                    <a:pt x="50" y="341"/>
                  </a:cubicBezTo>
                  <a:cubicBezTo>
                    <a:pt x="56" y="370"/>
                    <a:pt x="56" y="370"/>
                    <a:pt x="56" y="370"/>
                  </a:cubicBezTo>
                  <a:cubicBezTo>
                    <a:pt x="84" y="370"/>
                    <a:pt x="84" y="370"/>
                    <a:pt x="84" y="370"/>
                  </a:cubicBezTo>
                  <a:cubicBezTo>
                    <a:pt x="75" y="344"/>
                    <a:pt x="75" y="344"/>
                    <a:pt x="75" y="344"/>
                  </a:cubicBezTo>
                  <a:cubicBezTo>
                    <a:pt x="75" y="344"/>
                    <a:pt x="98" y="150"/>
                    <a:pt x="77" y="24"/>
                  </a:cubicBezTo>
                  <a:cubicBezTo>
                    <a:pt x="77" y="24"/>
                    <a:pt x="43" y="0"/>
                    <a:pt x="11" y="24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7" name="Freeform 206"/>
            <p:cNvSpPr/>
            <p:nvPr/>
          </p:nvSpPr>
          <p:spPr bwMode="auto">
            <a:xfrm>
              <a:off x="5945880" y="4131104"/>
              <a:ext cx="107663" cy="90840"/>
            </a:xfrm>
            <a:custGeom>
              <a:avLst/>
              <a:gdLst>
                <a:gd name="T0" fmla="*/ 0 w 31"/>
                <a:gd name="T1" fmla="*/ 26 h 26"/>
                <a:gd name="T2" fmla="*/ 31 w 31"/>
                <a:gd name="T3" fmla="*/ 5 h 26"/>
                <a:gd name="T4" fmla="*/ 0 w 31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0" y="26"/>
                  </a:moveTo>
                  <a:cubicBezTo>
                    <a:pt x="0" y="26"/>
                    <a:pt x="5" y="0"/>
                    <a:pt x="31" y="5"/>
                  </a:cubicBezTo>
                  <a:cubicBezTo>
                    <a:pt x="31" y="5"/>
                    <a:pt x="28" y="21"/>
                    <a:pt x="0" y="2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78" name="Freeform 207"/>
            <p:cNvSpPr/>
            <p:nvPr/>
          </p:nvSpPr>
          <p:spPr bwMode="auto">
            <a:xfrm>
              <a:off x="5777657" y="3880453"/>
              <a:ext cx="250653" cy="292708"/>
            </a:xfrm>
            <a:custGeom>
              <a:avLst/>
              <a:gdLst>
                <a:gd name="T0" fmla="*/ 59 w 72"/>
                <a:gd name="T1" fmla="*/ 27 h 84"/>
                <a:gd name="T2" fmla="*/ 54 w 72"/>
                <a:gd name="T3" fmla="*/ 27 h 84"/>
                <a:gd name="T4" fmla="*/ 66 w 72"/>
                <a:gd name="T5" fmla="*/ 43 h 84"/>
                <a:gd name="T6" fmla="*/ 66 w 72"/>
                <a:gd name="T7" fmla="*/ 65 h 84"/>
                <a:gd name="T8" fmla="*/ 48 w 72"/>
                <a:gd name="T9" fmla="*/ 82 h 84"/>
                <a:gd name="T10" fmla="*/ 4 w 72"/>
                <a:gd name="T11" fmla="*/ 49 h 84"/>
                <a:gd name="T12" fmla="*/ 48 w 72"/>
                <a:gd name="T13" fmla="*/ 4 h 84"/>
                <a:gd name="T14" fmla="*/ 59 w 72"/>
                <a:gd name="T15" fmla="*/ 2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84">
                  <a:moveTo>
                    <a:pt x="59" y="27"/>
                  </a:moveTo>
                  <a:cubicBezTo>
                    <a:pt x="59" y="27"/>
                    <a:pt x="54" y="23"/>
                    <a:pt x="54" y="27"/>
                  </a:cubicBezTo>
                  <a:cubicBezTo>
                    <a:pt x="54" y="30"/>
                    <a:pt x="59" y="40"/>
                    <a:pt x="66" y="43"/>
                  </a:cubicBezTo>
                  <a:cubicBezTo>
                    <a:pt x="66" y="43"/>
                    <a:pt x="72" y="58"/>
                    <a:pt x="66" y="65"/>
                  </a:cubicBezTo>
                  <a:cubicBezTo>
                    <a:pt x="60" y="71"/>
                    <a:pt x="48" y="82"/>
                    <a:pt x="48" y="82"/>
                  </a:cubicBezTo>
                  <a:cubicBezTo>
                    <a:pt x="48" y="82"/>
                    <a:pt x="9" y="84"/>
                    <a:pt x="4" y="49"/>
                  </a:cubicBezTo>
                  <a:cubicBezTo>
                    <a:pt x="0" y="15"/>
                    <a:pt x="43" y="0"/>
                    <a:pt x="48" y="4"/>
                  </a:cubicBezTo>
                  <a:cubicBezTo>
                    <a:pt x="48" y="4"/>
                    <a:pt x="52" y="10"/>
                    <a:pt x="59" y="2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</p:grpSp>
      <p:sp>
        <p:nvSpPr>
          <p:cNvPr id="148" name="副标题 2"/>
          <p:cNvSpPr>
            <a:spLocks noGrp="1"/>
          </p:cNvSpPr>
          <p:nvPr>
            <p:ph type="subTitle" idx="1"/>
          </p:nvPr>
        </p:nvSpPr>
        <p:spPr>
          <a:xfrm>
            <a:off x="530939" y="2913173"/>
            <a:ext cx="4069780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1125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9" name="标题 1"/>
          <p:cNvSpPr>
            <a:spLocks noGrp="1"/>
          </p:cNvSpPr>
          <p:nvPr>
            <p:ph type="ctrTitle"/>
          </p:nvPr>
        </p:nvSpPr>
        <p:spPr>
          <a:xfrm>
            <a:off x="530939" y="1561110"/>
            <a:ext cx="4069780" cy="1352063"/>
          </a:xfrm>
        </p:spPr>
        <p:txBody>
          <a:bodyPr anchor="ctr">
            <a:normAutofit/>
          </a:bodyPr>
          <a:lstStyle>
            <a:lvl1pPr algn="l">
              <a:defRPr sz="225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50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530939" y="4179944"/>
            <a:ext cx="40697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844" b="0">
                <a:solidFill>
                  <a:schemeClr val="tx1"/>
                </a:solidFill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1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530939" y="4476215"/>
            <a:ext cx="40697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844" b="0">
                <a:solidFill>
                  <a:schemeClr val="tx1"/>
                </a:solidFill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6527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矩形 213"/>
          <p:cNvSpPr/>
          <p:nvPr/>
        </p:nvSpPr>
        <p:spPr>
          <a:xfrm>
            <a:off x="0" y="2396384"/>
            <a:ext cx="9144000" cy="6727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79514" y="2444817"/>
            <a:ext cx="2952328" cy="575872"/>
          </a:xfrm>
        </p:spPr>
        <p:txBody>
          <a:bodyPr anchor="b">
            <a:noAutofit/>
          </a:bodyPr>
          <a:lstStyle>
            <a:lvl1pPr algn="l">
              <a:defRPr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507612" y="3191332"/>
            <a:ext cx="4064389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61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cxnSp>
        <p:nvCxnSpPr>
          <p:cNvPr id="5" name="直接连接符 12">
            <a:extLst>
              <a:ext uri="{FF2B5EF4-FFF2-40B4-BE49-F238E27FC236}">
                <a16:creationId xmlns:a16="http://schemas.microsoft.com/office/drawing/2014/main" id="{F12D0B33-9987-4A01-B5F5-F12C04A0C1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9082" y="3356992"/>
            <a:ext cx="8605837" cy="0"/>
          </a:xfrm>
          <a:prstGeom prst="line">
            <a:avLst/>
          </a:prstGeom>
          <a:noFill/>
          <a:ln w="25400" cap="flat" cmpd="sng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55731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649" y="268017"/>
            <a:ext cx="6336704" cy="75946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0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fld id="{75648844-F39B-47C4-A8CF-58E55562455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/>
            </a:lvl1pPr>
          </a:lstStyle>
          <a:p>
            <a:fld id="{8472A92F-38CD-4B7B-BF8B-1F599D7246F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A70CB7D-BC78-4A03-8B10-D304508B92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9082" y="1077510"/>
            <a:ext cx="8605837" cy="0"/>
          </a:xfrm>
          <a:prstGeom prst="line">
            <a:avLst/>
          </a:prstGeom>
          <a:noFill/>
          <a:ln w="25400" cap="flat" cmpd="sng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B9B8200B-8FC9-41A8-AF8B-45D75D28C1AC}"/>
              </a:ext>
            </a:extLst>
          </p:cNvPr>
          <p:cNvGrpSpPr/>
          <p:nvPr/>
        </p:nvGrpSpPr>
        <p:grpSpPr>
          <a:xfrm>
            <a:off x="597603" y="509683"/>
            <a:ext cx="593870" cy="420493"/>
            <a:chOff x="1311557" y="1084208"/>
            <a:chExt cx="363995" cy="250835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169D1391-E0C8-41CD-A60F-7ECD3AA4F00F}"/>
                </a:ext>
              </a:extLst>
            </p:cNvPr>
            <p:cNvSpPr/>
            <p:nvPr/>
          </p:nvSpPr>
          <p:spPr>
            <a:xfrm rot="18958199">
              <a:off x="1456870" y="1097746"/>
              <a:ext cx="218682" cy="218682"/>
            </a:xfrm>
            <a:custGeom>
              <a:avLst/>
              <a:gdLst>
                <a:gd name="connsiteX0" fmla="*/ 638672 w 2160240"/>
                <a:gd name="connsiteY0" fmla="*/ 411048 h 2160240"/>
                <a:gd name="connsiteX1" fmla="*/ 417942 w 2160240"/>
                <a:gd name="connsiteY1" fmla="*/ 631778 h 2160240"/>
                <a:gd name="connsiteX2" fmla="*/ 417942 w 2160240"/>
                <a:gd name="connsiteY2" fmla="*/ 1514674 h 2160240"/>
                <a:gd name="connsiteX3" fmla="*/ 638672 w 2160240"/>
                <a:gd name="connsiteY3" fmla="*/ 1735404 h 2160240"/>
                <a:gd name="connsiteX4" fmla="*/ 1521568 w 2160240"/>
                <a:gd name="connsiteY4" fmla="*/ 1735404 h 2160240"/>
                <a:gd name="connsiteX5" fmla="*/ 1742298 w 2160240"/>
                <a:gd name="connsiteY5" fmla="*/ 1514674 h 2160240"/>
                <a:gd name="connsiteX6" fmla="*/ 1742298 w 2160240"/>
                <a:gd name="connsiteY6" fmla="*/ 631778 h 2160240"/>
                <a:gd name="connsiteX7" fmla="*/ 1521568 w 2160240"/>
                <a:gd name="connsiteY7" fmla="*/ 411048 h 2160240"/>
                <a:gd name="connsiteX8" fmla="*/ 360047 w 2160240"/>
                <a:gd name="connsiteY8" fmla="*/ 0 h 2160240"/>
                <a:gd name="connsiteX9" fmla="*/ 1800193 w 2160240"/>
                <a:gd name="connsiteY9" fmla="*/ 0 h 2160240"/>
                <a:gd name="connsiteX10" fmla="*/ 2160240 w 2160240"/>
                <a:gd name="connsiteY10" fmla="*/ 360047 h 2160240"/>
                <a:gd name="connsiteX11" fmla="*/ 2160240 w 2160240"/>
                <a:gd name="connsiteY11" fmla="*/ 1800193 h 2160240"/>
                <a:gd name="connsiteX12" fmla="*/ 1800193 w 2160240"/>
                <a:gd name="connsiteY12" fmla="*/ 2160240 h 2160240"/>
                <a:gd name="connsiteX13" fmla="*/ 360047 w 2160240"/>
                <a:gd name="connsiteY13" fmla="*/ 2160240 h 2160240"/>
                <a:gd name="connsiteX14" fmla="*/ 0 w 2160240"/>
                <a:gd name="connsiteY14" fmla="*/ 1800193 h 2160240"/>
                <a:gd name="connsiteX15" fmla="*/ 0 w 2160240"/>
                <a:gd name="connsiteY15" fmla="*/ 360047 h 2160240"/>
                <a:gd name="connsiteX16" fmla="*/ 360047 w 2160240"/>
                <a:gd name="connsiteY16" fmla="*/ 0 h 216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0240" h="2160240">
                  <a:moveTo>
                    <a:pt x="638672" y="411048"/>
                  </a:moveTo>
                  <a:cubicBezTo>
                    <a:pt x="516766" y="411048"/>
                    <a:pt x="417942" y="509872"/>
                    <a:pt x="417942" y="631778"/>
                  </a:cubicBezTo>
                  <a:lnTo>
                    <a:pt x="417942" y="1514674"/>
                  </a:lnTo>
                  <a:cubicBezTo>
                    <a:pt x="417942" y="1636580"/>
                    <a:pt x="516766" y="1735404"/>
                    <a:pt x="638672" y="1735404"/>
                  </a:cubicBezTo>
                  <a:lnTo>
                    <a:pt x="1521568" y="1735404"/>
                  </a:lnTo>
                  <a:cubicBezTo>
                    <a:pt x="1643474" y="1735404"/>
                    <a:pt x="1742298" y="1636580"/>
                    <a:pt x="1742298" y="1514674"/>
                  </a:cubicBezTo>
                  <a:lnTo>
                    <a:pt x="1742298" y="631778"/>
                  </a:lnTo>
                  <a:cubicBezTo>
                    <a:pt x="1742298" y="509872"/>
                    <a:pt x="1643474" y="411048"/>
                    <a:pt x="1521568" y="411048"/>
                  </a:cubicBezTo>
                  <a:close/>
                  <a:moveTo>
                    <a:pt x="360047" y="0"/>
                  </a:moveTo>
                  <a:lnTo>
                    <a:pt x="1800193" y="0"/>
                  </a:lnTo>
                  <a:cubicBezTo>
                    <a:pt x="1999041" y="0"/>
                    <a:pt x="2160240" y="161199"/>
                    <a:pt x="2160240" y="360047"/>
                  </a:cubicBezTo>
                  <a:lnTo>
                    <a:pt x="2160240" y="1800193"/>
                  </a:lnTo>
                  <a:cubicBezTo>
                    <a:pt x="2160240" y="1999041"/>
                    <a:pt x="1999041" y="2160240"/>
                    <a:pt x="1800193" y="2160240"/>
                  </a:cubicBezTo>
                  <a:lnTo>
                    <a:pt x="360047" y="2160240"/>
                  </a:lnTo>
                  <a:cubicBezTo>
                    <a:pt x="161199" y="2160240"/>
                    <a:pt x="0" y="1999041"/>
                    <a:pt x="0" y="1800193"/>
                  </a:cubicBezTo>
                  <a:lnTo>
                    <a:pt x="0" y="360047"/>
                  </a:lnTo>
                  <a:cubicBezTo>
                    <a:pt x="0" y="161199"/>
                    <a:pt x="161199" y="0"/>
                    <a:pt x="36004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C46D803A-41A6-4870-A939-5A5363C0AD2C}"/>
                </a:ext>
              </a:extLst>
            </p:cNvPr>
            <p:cNvSpPr/>
            <p:nvPr/>
          </p:nvSpPr>
          <p:spPr>
            <a:xfrm rot="18958199">
              <a:off x="1311557" y="1084208"/>
              <a:ext cx="250835" cy="250835"/>
            </a:xfrm>
            <a:custGeom>
              <a:avLst/>
              <a:gdLst>
                <a:gd name="connsiteX0" fmla="*/ 638672 w 2160240"/>
                <a:gd name="connsiteY0" fmla="*/ 411048 h 2160240"/>
                <a:gd name="connsiteX1" fmla="*/ 417942 w 2160240"/>
                <a:gd name="connsiteY1" fmla="*/ 631778 h 2160240"/>
                <a:gd name="connsiteX2" fmla="*/ 417942 w 2160240"/>
                <a:gd name="connsiteY2" fmla="*/ 1514674 h 2160240"/>
                <a:gd name="connsiteX3" fmla="*/ 638672 w 2160240"/>
                <a:gd name="connsiteY3" fmla="*/ 1735404 h 2160240"/>
                <a:gd name="connsiteX4" fmla="*/ 1521568 w 2160240"/>
                <a:gd name="connsiteY4" fmla="*/ 1735404 h 2160240"/>
                <a:gd name="connsiteX5" fmla="*/ 1742298 w 2160240"/>
                <a:gd name="connsiteY5" fmla="*/ 1514674 h 2160240"/>
                <a:gd name="connsiteX6" fmla="*/ 1742298 w 2160240"/>
                <a:gd name="connsiteY6" fmla="*/ 631778 h 2160240"/>
                <a:gd name="connsiteX7" fmla="*/ 1521568 w 2160240"/>
                <a:gd name="connsiteY7" fmla="*/ 411048 h 2160240"/>
                <a:gd name="connsiteX8" fmla="*/ 360047 w 2160240"/>
                <a:gd name="connsiteY8" fmla="*/ 0 h 2160240"/>
                <a:gd name="connsiteX9" fmla="*/ 1800193 w 2160240"/>
                <a:gd name="connsiteY9" fmla="*/ 0 h 2160240"/>
                <a:gd name="connsiteX10" fmla="*/ 2160240 w 2160240"/>
                <a:gd name="connsiteY10" fmla="*/ 360047 h 2160240"/>
                <a:gd name="connsiteX11" fmla="*/ 2160240 w 2160240"/>
                <a:gd name="connsiteY11" fmla="*/ 1800193 h 2160240"/>
                <a:gd name="connsiteX12" fmla="*/ 1800193 w 2160240"/>
                <a:gd name="connsiteY12" fmla="*/ 2160240 h 2160240"/>
                <a:gd name="connsiteX13" fmla="*/ 360047 w 2160240"/>
                <a:gd name="connsiteY13" fmla="*/ 2160240 h 2160240"/>
                <a:gd name="connsiteX14" fmla="*/ 0 w 2160240"/>
                <a:gd name="connsiteY14" fmla="*/ 1800193 h 2160240"/>
                <a:gd name="connsiteX15" fmla="*/ 0 w 2160240"/>
                <a:gd name="connsiteY15" fmla="*/ 360047 h 2160240"/>
                <a:gd name="connsiteX16" fmla="*/ 360047 w 2160240"/>
                <a:gd name="connsiteY16" fmla="*/ 0 h 216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0240" h="2160240">
                  <a:moveTo>
                    <a:pt x="638672" y="411048"/>
                  </a:moveTo>
                  <a:cubicBezTo>
                    <a:pt x="516766" y="411048"/>
                    <a:pt x="417942" y="509872"/>
                    <a:pt x="417942" y="631778"/>
                  </a:cubicBezTo>
                  <a:lnTo>
                    <a:pt x="417942" y="1514674"/>
                  </a:lnTo>
                  <a:cubicBezTo>
                    <a:pt x="417942" y="1636580"/>
                    <a:pt x="516766" y="1735404"/>
                    <a:pt x="638672" y="1735404"/>
                  </a:cubicBezTo>
                  <a:lnTo>
                    <a:pt x="1521568" y="1735404"/>
                  </a:lnTo>
                  <a:cubicBezTo>
                    <a:pt x="1643474" y="1735404"/>
                    <a:pt x="1742298" y="1636580"/>
                    <a:pt x="1742298" y="1514674"/>
                  </a:cubicBezTo>
                  <a:lnTo>
                    <a:pt x="1742298" y="631778"/>
                  </a:lnTo>
                  <a:cubicBezTo>
                    <a:pt x="1742298" y="509872"/>
                    <a:pt x="1643474" y="411048"/>
                    <a:pt x="1521568" y="411048"/>
                  </a:cubicBezTo>
                  <a:close/>
                  <a:moveTo>
                    <a:pt x="360047" y="0"/>
                  </a:moveTo>
                  <a:lnTo>
                    <a:pt x="1800193" y="0"/>
                  </a:lnTo>
                  <a:cubicBezTo>
                    <a:pt x="1999041" y="0"/>
                    <a:pt x="2160240" y="161199"/>
                    <a:pt x="2160240" y="360047"/>
                  </a:cubicBezTo>
                  <a:lnTo>
                    <a:pt x="2160240" y="1800193"/>
                  </a:lnTo>
                  <a:cubicBezTo>
                    <a:pt x="2160240" y="1999041"/>
                    <a:pt x="1999041" y="2160240"/>
                    <a:pt x="1800193" y="2160240"/>
                  </a:cubicBezTo>
                  <a:lnTo>
                    <a:pt x="360047" y="2160240"/>
                  </a:lnTo>
                  <a:cubicBezTo>
                    <a:pt x="161199" y="2160240"/>
                    <a:pt x="0" y="1999041"/>
                    <a:pt x="0" y="1800193"/>
                  </a:cubicBezTo>
                  <a:lnTo>
                    <a:pt x="0" y="360047"/>
                  </a:lnTo>
                  <a:cubicBezTo>
                    <a:pt x="0" y="161199"/>
                    <a:pt x="161199" y="0"/>
                    <a:pt x="360047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64746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36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图片 225">
            <a:extLst>
              <a:ext uri="{FF2B5EF4-FFF2-40B4-BE49-F238E27FC236}">
                <a16:creationId xmlns:a16="http://schemas.microsoft.com/office/drawing/2014/main" id="{4AAF4907-EAE3-4BF3-8C89-B97A3928BA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125" y="-3875"/>
            <a:ext cx="9144000" cy="6040890"/>
          </a:xfrm>
          <a:prstGeom prst="rect">
            <a:avLst/>
          </a:prstGeom>
        </p:spPr>
      </p:pic>
      <p:grpSp>
        <p:nvGrpSpPr>
          <p:cNvPr id="81" name="组合 80"/>
          <p:cNvGrpSpPr/>
          <p:nvPr/>
        </p:nvGrpSpPr>
        <p:grpSpPr>
          <a:xfrm flipH="1">
            <a:off x="0" y="-453"/>
            <a:ext cx="9144000" cy="6858453"/>
            <a:chOff x="1" y="-453"/>
            <a:chExt cx="12192000" cy="6858453"/>
          </a:xfrm>
        </p:grpSpPr>
        <p:sp>
          <p:nvSpPr>
            <p:cNvPr id="82" name="Rectangle 67"/>
            <p:cNvSpPr>
              <a:spLocks noChangeArrowheads="1"/>
            </p:cNvSpPr>
            <p:nvPr/>
          </p:nvSpPr>
          <p:spPr bwMode="auto">
            <a:xfrm>
              <a:off x="1" y="5922680"/>
              <a:ext cx="12192000" cy="935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83" name="任意多边形: 形状 82"/>
            <p:cNvSpPr/>
            <p:nvPr/>
          </p:nvSpPr>
          <p:spPr bwMode="auto">
            <a:xfrm>
              <a:off x="4930028" y="5929408"/>
              <a:ext cx="1281644" cy="928592"/>
            </a:xfrm>
            <a:custGeom>
              <a:avLst/>
              <a:gdLst>
                <a:gd name="connsiteX0" fmla="*/ 951375 w 1281644"/>
                <a:gd name="connsiteY0" fmla="*/ 0 h 928592"/>
                <a:gd name="connsiteX1" fmla="*/ 1281644 w 1281644"/>
                <a:gd name="connsiteY1" fmla="*/ 0 h 928592"/>
                <a:gd name="connsiteX2" fmla="*/ 892255 w 1281644"/>
                <a:gd name="connsiteY2" fmla="*/ 928592 h 928592"/>
                <a:gd name="connsiteX3" fmla="*/ 0 w 1281644"/>
                <a:gd name="connsiteY3" fmla="*/ 928592 h 92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644" h="928592">
                  <a:moveTo>
                    <a:pt x="951375" y="0"/>
                  </a:moveTo>
                  <a:lnTo>
                    <a:pt x="1281644" y="0"/>
                  </a:lnTo>
                  <a:lnTo>
                    <a:pt x="892255" y="928592"/>
                  </a:lnTo>
                  <a:lnTo>
                    <a:pt x="0" y="92859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1013"/>
            </a:p>
          </p:txBody>
        </p:sp>
        <p:sp>
          <p:nvSpPr>
            <p:cNvPr id="84" name="Freeform 69"/>
            <p:cNvSpPr/>
            <p:nvPr/>
          </p:nvSpPr>
          <p:spPr bwMode="auto">
            <a:xfrm>
              <a:off x="6847555" y="5922680"/>
              <a:ext cx="2124657" cy="935320"/>
            </a:xfrm>
            <a:custGeom>
              <a:avLst/>
              <a:gdLst>
                <a:gd name="T0" fmla="*/ 609 w 1263"/>
                <a:gd name="T1" fmla="*/ 6 h 556"/>
                <a:gd name="T2" fmla="*/ 0 w 1263"/>
                <a:gd name="T3" fmla="*/ 556 h 556"/>
                <a:gd name="T4" fmla="*/ 935 w 1263"/>
                <a:gd name="T5" fmla="*/ 556 h 556"/>
                <a:gd name="T6" fmla="*/ 1263 w 1263"/>
                <a:gd name="T7" fmla="*/ 25 h 556"/>
                <a:gd name="T8" fmla="*/ 1124 w 1263"/>
                <a:gd name="T9" fmla="*/ 0 h 556"/>
                <a:gd name="T10" fmla="*/ 1008 w 1263"/>
                <a:gd name="T11" fmla="*/ 155 h 556"/>
                <a:gd name="T12" fmla="*/ 987 w 1263"/>
                <a:gd name="T13" fmla="*/ 2 h 556"/>
                <a:gd name="T14" fmla="*/ 756 w 1263"/>
                <a:gd name="T15" fmla="*/ 16 h 556"/>
                <a:gd name="T16" fmla="*/ 602 w 1263"/>
                <a:gd name="T17" fmla="*/ 172 h 556"/>
                <a:gd name="T18" fmla="*/ 658 w 1263"/>
                <a:gd name="T19" fmla="*/ 4 h 556"/>
                <a:gd name="T20" fmla="*/ 609 w 1263"/>
                <a:gd name="T21" fmla="*/ 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3" h="556">
                  <a:moveTo>
                    <a:pt x="609" y="6"/>
                  </a:moveTo>
                  <a:lnTo>
                    <a:pt x="0" y="556"/>
                  </a:lnTo>
                  <a:lnTo>
                    <a:pt x="935" y="556"/>
                  </a:lnTo>
                  <a:lnTo>
                    <a:pt x="1263" y="25"/>
                  </a:lnTo>
                  <a:lnTo>
                    <a:pt x="1124" y="0"/>
                  </a:lnTo>
                  <a:lnTo>
                    <a:pt x="1008" y="155"/>
                  </a:lnTo>
                  <a:lnTo>
                    <a:pt x="987" y="2"/>
                  </a:lnTo>
                  <a:lnTo>
                    <a:pt x="756" y="16"/>
                  </a:lnTo>
                  <a:lnTo>
                    <a:pt x="602" y="172"/>
                  </a:lnTo>
                  <a:lnTo>
                    <a:pt x="658" y="4"/>
                  </a:lnTo>
                  <a:lnTo>
                    <a:pt x="609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85" name="Freeform 70"/>
            <p:cNvSpPr/>
            <p:nvPr/>
          </p:nvSpPr>
          <p:spPr bwMode="auto">
            <a:xfrm>
              <a:off x="8615578" y="5919316"/>
              <a:ext cx="1140552" cy="938684"/>
            </a:xfrm>
            <a:custGeom>
              <a:avLst/>
              <a:gdLst>
                <a:gd name="T0" fmla="*/ 678 w 678"/>
                <a:gd name="T1" fmla="*/ 6 h 558"/>
                <a:gd name="T2" fmla="*/ 553 w 678"/>
                <a:gd name="T3" fmla="*/ 558 h 558"/>
                <a:gd name="T4" fmla="*/ 0 w 678"/>
                <a:gd name="T5" fmla="*/ 558 h 558"/>
                <a:gd name="T6" fmla="*/ 297 w 678"/>
                <a:gd name="T7" fmla="*/ 31 h 558"/>
                <a:gd name="T8" fmla="*/ 434 w 678"/>
                <a:gd name="T9" fmla="*/ 0 h 558"/>
                <a:gd name="T10" fmla="*/ 316 w 678"/>
                <a:gd name="T11" fmla="*/ 438 h 558"/>
                <a:gd name="T12" fmla="*/ 567 w 678"/>
                <a:gd name="T13" fmla="*/ 39 h 558"/>
                <a:gd name="T14" fmla="*/ 678 w 678"/>
                <a:gd name="T15" fmla="*/ 6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8" h="558">
                  <a:moveTo>
                    <a:pt x="678" y="6"/>
                  </a:moveTo>
                  <a:lnTo>
                    <a:pt x="553" y="558"/>
                  </a:lnTo>
                  <a:lnTo>
                    <a:pt x="0" y="558"/>
                  </a:lnTo>
                  <a:lnTo>
                    <a:pt x="297" y="31"/>
                  </a:lnTo>
                  <a:lnTo>
                    <a:pt x="434" y="0"/>
                  </a:lnTo>
                  <a:lnTo>
                    <a:pt x="316" y="438"/>
                  </a:lnTo>
                  <a:lnTo>
                    <a:pt x="567" y="39"/>
                  </a:lnTo>
                  <a:lnTo>
                    <a:pt x="678" y="6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86" name="Freeform 71"/>
            <p:cNvSpPr/>
            <p:nvPr/>
          </p:nvSpPr>
          <p:spPr bwMode="auto">
            <a:xfrm>
              <a:off x="9685477" y="5904175"/>
              <a:ext cx="765415" cy="953825"/>
            </a:xfrm>
            <a:custGeom>
              <a:avLst/>
              <a:gdLst>
                <a:gd name="T0" fmla="*/ 108 w 455"/>
                <a:gd name="T1" fmla="*/ 0 h 567"/>
                <a:gd name="T2" fmla="*/ 0 w 455"/>
                <a:gd name="T3" fmla="*/ 567 h 567"/>
                <a:gd name="T4" fmla="*/ 455 w 455"/>
                <a:gd name="T5" fmla="*/ 567 h 567"/>
                <a:gd name="T6" fmla="*/ 401 w 455"/>
                <a:gd name="T7" fmla="*/ 56 h 567"/>
                <a:gd name="T8" fmla="*/ 297 w 455"/>
                <a:gd name="T9" fmla="*/ 11 h 567"/>
                <a:gd name="T10" fmla="*/ 281 w 455"/>
                <a:gd name="T11" fmla="*/ 455 h 567"/>
                <a:gd name="T12" fmla="*/ 193 w 455"/>
                <a:gd name="T13" fmla="*/ 54 h 567"/>
                <a:gd name="T14" fmla="*/ 108 w 455"/>
                <a:gd name="T15" fmla="*/ 0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5" h="567">
                  <a:moveTo>
                    <a:pt x="108" y="0"/>
                  </a:moveTo>
                  <a:lnTo>
                    <a:pt x="0" y="567"/>
                  </a:lnTo>
                  <a:lnTo>
                    <a:pt x="455" y="567"/>
                  </a:lnTo>
                  <a:lnTo>
                    <a:pt x="401" y="56"/>
                  </a:lnTo>
                  <a:lnTo>
                    <a:pt x="297" y="11"/>
                  </a:lnTo>
                  <a:lnTo>
                    <a:pt x="281" y="455"/>
                  </a:lnTo>
                  <a:lnTo>
                    <a:pt x="193" y="5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87" name="Freeform 72"/>
            <p:cNvSpPr/>
            <p:nvPr/>
          </p:nvSpPr>
          <p:spPr bwMode="auto">
            <a:xfrm>
              <a:off x="10482854" y="5926044"/>
              <a:ext cx="928591" cy="931956"/>
            </a:xfrm>
            <a:custGeom>
              <a:avLst/>
              <a:gdLst>
                <a:gd name="T0" fmla="*/ 0 w 552"/>
                <a:gd name="T1" fmla="*/ 39 h 554"/>
                <a:gd name="T2" fmla="*/ 52 w 552"/>
                <a:gd name="T3" fmla="*/ 554 h 554"/>
                <a:gd name="T4" fmla="*/ 552 w 552"/>
                <a:gd name="T5" fmla="*/ 554 h 554"/>
                <a:gd name="T6" fmla="*/ 355 w 552"/>
                <a:gd name="T7" fmla="*/ 33 h 554"/>
                <a:gd name="T8" fmla="*/ 255 w 552"/>
                <a:gd name="T9" fmla="*/ 0 h 554"/>
                <a:gd name="T10" fmla="*/ 257 w 552"/>
                <a:gd name="T11" fmla="*/ 492 h 554"/>
                <a:gd name="T12" fmla="*/ 75 w 552"/>
                <a:gd name="T13" fmla="*/ 0 h 554"/>
                <a:gd name="T14" fmla="*/ 0 w 552"/>
                <a:gd name="T15" fmla="*/ 3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2" h="554">
                  <a:moveTo>
                    <a:pt x="0" y="39"/>
                  </a:moveTo>
                  <a:lnTo>
                    <a:pt x="52" y="554"/>
                  </a:lnTo>
                  <a:lnTo>
                    <a:pt x="552" y="554"/>
                  </a:lnTo>
                  <a:lnTo>
                    <a:pt x="355" y="33"/>
                  </a:lnTo>
                  <a:lnTo>
                    <a:pt x="255" y="0"/>
                  </a:lnTo>
                  <a:lnTo>
                    <a:pt x="257" y="492"/>
                  </a:lnTo>
                  <a:lnTo>
                    <a:pt x="75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88" name="Freeform 73"/>
            <p:cNvSpPr/>
            <p:nvPr/>
          </p:nvSpPr>
          <p:spPr bwMode="auto">
            <a:xfrm>
              <a:off x="11359296" y="5922680"/>
              <a:ext cx="832705" cy="935320"/>
            </a:xfrm>
            <a:custGeom>
              <a:avLst/>
              <a:gdLst>
                <a:gd name="T0" fmla="*/ 0 w 495"/>
                <a:gd name="T1" fmla="*/ 0 h 556"/>
                <a:gd name="T2" fmla="*/ 214 w 495"/>
                <a:gd name="T3" fmla="*/ 556 h 556"/>
                <a:gd name="T4" fmla="*/ 495 w 495"/>
                <a:gd name="T5" fmla="*/ 556 h 556"/>
                <a:gd name="T6" fmla="*/ 495 w 495"/>
                <a:gd name="T7" fmla="*/ 228 h 556"/>
                <a:gd name="T8" fmla="*/ 445 w 495"/>
                <a:gd name="T9" fmla="*/ 10 h 556"/>
                <a:gd name="T10" fmla="*/ 343 w 495"/>
                <a:gd name="T11" fmla="*/ 4 h 556"/>
                <a:gd name="T12" fmla="*/ 403 w 495"/>
                <a:gd name="T13" fmla="*/ 321 h 556"/>
                <a:gd name="T14" fmla="*/ 343 w 495"/>
                <a:gd name="T15" fmla="*/ 473 h 556"/>
                <a:gd name="T16" fmla="*/ 88 w 495"/>
                <a:gd name="T17" fmla="*/ 4 h 556"/>
                <a:gd name="T18" fmla="*/ 0 w 495"/>
                <a:gd name="T1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5" h="556">
                  <a:moveTo>
                    <a:pt x="0" y="0"/>
                  </a:moveTo>
                  <a:lnTo>
                    <a:pt x="214" y="556"/>
                  </a:lnTo>
                  <a:lnTo>
                    <a:pt x="495" y="556"/>
                  </a:lnTo>
                  <a:lnTo>
                    <a:pt x="495" y="228"/>
                  </a:lnTo>
                  <a:lnTo>
                    <a:pt x="445" y="10"/>
                  </a:lnTo>
                  <a:lnTo>
                    <a:pt x="343" y="4"/>
                  </a:lnTo>
                  <a:lnTo>
                    <a:pt x="403" y="321"/>
                  </a:lnTo>
                  <a:lnTo>
                    <a:pt x="343" y="473"/>
                  </a:lnTo>
                  <a:lnTo>
                    <a:pt x="88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89" name="Freeform 74"/>
            <p:cNvSpPr/>
            <p:nvPr/>
          </p:nvSpPr>
          <p:spPr bwMode="auto">
            <a:xfrm>
              <a:off x="9059687" y="4403626"/>
              <a:ext cx="674575" cy="684668"/>
            </a:xfrm>
            <a:custGeom>
              <a:avLst/>
              <a:gdLst>
                <a:gd name="T0" fmla="*/ 62 w 193"/>
                <a:gd name="T1" fmla="*/ 46 h 196"/>
                <a:gd name="T2" fmla="*/ 142 w 193"/>
                <a:gd name="T3" fmla="*/ 10 h 196"/>
                <a:gd name="T4" fmla="*/ 193 w 193"/>
                <a:gd name="T5" fmla="*/ 152 h 196"/>
                <a:gd name="T6" fmla="*/ 154 w 193"/>
                <a:gd name="T7" fmla="*/ 176 h 196"/>
                <a:gd name="T8" fmla="*/ 119 w 193"/>
                <a:gd name="T9" fmla="*/ 172 h 196"/>
                <a:gd name="T10" fmla="*/ 70 w 193"/>
                <a:gd name="T11" fmla="*/ 95 h 196"/>
                <a:gd name="T12" fmla="*/ 60 w 193"/>
                <a:gd name="T13" fmla="*/ 152 h 196"/>
                <a:gd name="T14" fmla="*/ 15 w 193"/>
                <a:gd name="T15" fmla="*/ 196 h 196"/>
                <a:gd name="T16" fmla="*/ 0 w 193"/>
                <a:gd name="T17" fmla="*/ 192 h 196"/>
                <a:gd name="T18" fmla="*/ 38 w 193"/>
                <a:gd name="T19" fmla="*/ 135 h 196"/>
                <a:gd name="T20" fmla="*/ 62 w 193"/>
                <a:gd name="T21" fmla="*/ 4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3" h="196">
                  <a:moveTo>
                    <a:pt x="62" y="46"/>
                  </a:moveTo>
                  <a:cubicBezTo>
                    <a:pt x="62" y="46"/>
                    <a:pt x="122" y="0"/>
                    <a:pt x="142" y="10"/>
                  </a:cubicBezTo>
                  <a:cubicBezTo>
                    <a:pt x="162" y="21"/>
                    <a:pt x="192" y="108"/>
                    <a:pt x="193" y="152"/>
                  </a:cubicBezTo>
                  <a:cubicBezTo>
                    <a:pt x="154" y="176"/>
                    <a:pt x="154" y="176"/>
                    <a:pt x="154" y="176"/>
                  </a:cubicBezTo>
                  <a:cubicBezTo>
                    <a:pt x="119" y="172"/>
                    <a:pt x="119" y="172"/>
                    <a:pt x="119" y="172"/>
                  </a:cubicBezTo>
                  <a:cubicBezTo>
                    <a:pt x="119" y="172"/>
                    <a:pt x="92" y="113"/>
                    <a:pt x="70" y="95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8" y="135"/>
                    <a:pt x="39" y="63"/>
                    <a:pt x="62" y="4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0" name="Freeform 75"/>
            <p:cNvSpPr/>
            <p:nvPr/>
          </p:nvSpPr>
          <p:spPr bwMode="auto">
            <a:xfrm>
              <a:off x="9276695" y="4410355"/>
              <a:ext cx="132897" cy="181681"/>
            </a:xfrm>
            <a:custGeom>
              <a:avLst/>
              <a:gdLst>
                <a:gd name="T0" fmla="*/ 37 w 79"/>
                <a:gd name="T1" fmla="*/ 0 h 108"/>
                <a:gd name="T2" fmla="*/ 79 w 79"/>
                <a:gd name="T3" fmla="*/ 46 h 108"/>
                <a:gd name="T4" fmla="*/ 58 w 79"/>
                <a:gd name="T5" fmla="*/ 108 h 108"/>
                <a:gd name="T6" fmla="*/ 0 w 79"/>
                <a:gd name="T7" fmla="*/ 81 h 108"/>
                <a:gd name="T8" fmla="*/ 37 w 79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108">
                  <a:moveTo>
                    <a:pt x="37" y="0"/>
                  </a:moveTo>
                  <a:lnTo>
                    <a:pt x="79" y="46"/>
                  </a:lnTo>
                  <a:lnTo>
                    <a:pt x="58" y="108"/>
                  </a:lnTo>
                  <a:lnTo>
                    <a:pt x="0" y="8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1" name="Freeform 76"/>
            <p:cNvSpPr/>
            <p:nvPr/>
          </p:nvSpPr>
          <p:spPr bwMode="auto">
            <a:xfrm>
              <a:off x="9335573" y="4585306"/>
              <a:ext cx="109345" cy="425605"/>
            </a:xfrm>
            <a:custGeom>
              <a:avLst/>
              <a:gdLst>
                <a:gd name="T0" fmla="*/ 36 w 65"/>
                <a:gd name="T1" fmla="*/ 0 h 253"/>
                <a:gd name="T2" fmla="*/ 25 w 65"/>
                <a:gd name="T3" fmla="*/ 38 h 253"/>
                <a:gd name="T4" fmla="*/ 65 w 65"/>
                <a:gd name="T5" fmla="*/ 220 h 253"/>
                <a:gd name="T6" fmla="*/ 42 w 65"/>
                <a:gd name="T7" fmla="*/ 253 h 253"/>
                <a:gd name="T8" fmla="*/ 15 w 65"/>
                <a:gd name="T9" fmla="*/ 214 h 253"/>
                <a:gd name="T10" fmla="*/ 11 w 65"/>
                <a:gd name="T11" fmla="*/ 38 h 253"/>
                <a:gd name="T12" fmla="*/ 0 w 65"/>
                <a:gd name="T13" fmla="*/ 13 h 253"/>
                <a:gd name="T14" fmla="*/ 36 w 65"/>
                <a:gd name="T1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253">
                  <a:moveTo>
                    <a:pt x="36" y="0"/>
                  </a:moveTo>
                  <a:lnTo>
                    <a:pt x="25" y="38"/>
                  </a:lnTo>
                  <a:lnTo>
                    <a:pt x="65" y="220"/>
                  </a:lnTo>
                  <a:lnTo>
                    <a:pt x="42" y="253"/>
                  </a:lnTo>
                  <a:lnTo>
                    <a:pt x="15" y="214"/>
                  </a:lnTo>
                  <a:lnTo>
                    <a:pt x="11" y="38"/>
                  </a:lnTo>
                  <a:lnTo>
                    <a:pt x="0" y="1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2" name="Freeform 77"/>
            <p:cNvSpPr/>
            <p:nvPr/>
          </p:nvSpPr>
          <p:spPr bwMode="auto">
            <a:xfrm>
              <a:off x="9290153" y="4452411"/>
              <a:ext cx="158130" cy="188410"/>
            </a:xfrm>
            <a:custGeom>
              <a:avLst/>
              <a:gdLst>
                <a:gd name="T0" fmla="*/ 46 w 94"/>
                <a:gd name="T1" fmla="*/ 85 h 112"/>
                <a:gd name="T2" fmla="*/ 73 w 94"/>
                <a:gd name="T3" fmla="*/ 98 h 112"/>
                <a:gd name="T4" fmla="*/ 94 w 94"/>
                <a:gd name="T5" fmla="*/ 5 h 112"/>
                <a:gd name="T6" fmla="*/ 56 w 94"/>
                <a:gd name="T7" fmla="*/ 0 h 112"/>
                <a:gd name="T8" fmla="*/ 44 w 94"/>
                <a:gd name="T9" fmla="*/ 79 h 112"/>
                <a:gd name="T10" fmla="*/ 0 w 94"/>
                <a:gd name="T11" fmla="*/ 44 h 112"/>
                <a:gd name="T12" fmla="*/ 23 w 94"/>
                <a:gd name="T13" fmla="*/ 112 h 112"/>
                <a:gd name="T14" fmla="*/ 46 w 94"/>
                <a:gd name="T15" fmla="*/ 8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12">
                  <a:moveTo>
                    <a:pt x="46" y="85"/>
                  </a:moveTo>
                  <a:lnTo>
                    <a:pt x="73" y="98"/>
                  </a:lnTo>
                  <a:lnTo>
                    <a:pt x="94" y="5"/>
                  </a:lnTo>
                  <a:lnTo>
                    <a:pt x="56" y="0"/>
                  </a:lnTo>
                  <a:lnTo>
                    <a:pt x="44" y="79"/>
                  </a:lnTo>
                  <a:lnTo>
                    <a:pt x="0" y="44"/>
                  </a:lnTo>
                  <a:lnTo>
                    <a:pt x="23" y="112"/>
                  </a:lnTo>
                  <a:lnTo>
                    <a:pt x="46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3" name="Freeform 78"/>
            <p:cNvSpPr/>
            <p:nvPr/>
          </p:nvSpPr>
          <p:spPr bwMode="auto">
            <a:xfrm>
              <a:off x="9160621" y="4299327"/>
              <a:ext cx="235512" cy="296073"/>
            </a:xfrm>
            <a:custGeom>
              <a:avLst/>
              <a:gdLst>
                <a:gd name="T0" fmla="*/ 42 w 67"/>
                <a:gd name="T1" fmla="*/ 84 h 85"/>
                <a:gd name="T2" fmla="*/ 62 w 67"/>
                <a:gd name="T3" fmla="*/ 38 h 85"/>
                <a:gd name="T4" fmla="*/ 19 w 67"/>
                <a:gd name="T5" fmla="*/ 14 h 85"/>
                <a:gd name="T6" fmla="*/ 9 w 67"/>
                <a:gd name="T7" fmla="*/ 59 h 85"/>
                <a:gd name="T8" fmla="*/ 42 w 67"/>
                <a:gd name="T9" fmla="*/ 8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5">
                  <a:moveTo>
                    <a:pt x="42" y="84"/>
                  </a:moveTo>
                  <a:cubicBezTo>
                    <a:pt x="53" y="82"/>
                    <a:pt x="67" y="56"/>
                    <a:pt x="62" y="38"/>
                  </a:cubicBezTo>
                  <a:cubicBezTo>
                    <a:pt x="57" y="19"/>
                    <a:pt x="44" y="0"/>
                    <a:pt x="19" y="14"/>
                  </a:cubicBezTo>
                  <a:cubicBezTo>
                    <a:pt x="0" y="24"/>
                    <a:pt x="5" y="48"/>
                    <a:pt x="9" y="59"/>
                  </a:cubicBezTo>
                  <a:cubicBezTo>
                    <a:pt x="14" y="70"/>
                    <a:pt x="28" y="85"/>
                    <a:pt x="42" y="84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4" name="Freeform 79"/>
            <p:cNvSpPr/>
            <p:nvPr/>
          </p:nvSpPr>
          <p:spPr bwMode="auto">
            <a:xfrm>
              <a:off x="9143799" y="4312785"/>
              <a:ext cx="247288" cy="191774"/>
            </a:xfrm>
            <a:custGeom>
              <a:avLst/>
              <a:gdLst>
                <a:gd name="T0" fmla="*/ 9 w 71"/>
                <a:gd name="T1" fmla="*/ 41 h 55"/>
                <a:gd name="T2" fmla="*/ 27 w 71"/>
                <a:gd name="T3" fmla="*/ 44 h 55"/>
                <a:gd name="T4" fmla="*/ 46 w 71"/>
                <a:gd name="T5" fmla="*/ 28 h 55"/>
                <a:gd name="T6" fmla="*/ 54 w 71"/>
                <a:gd name="T7" fmla="*/ 46 h 55"/>
                <a:gd name="T8" fmla="*/ 61 w 71"/>
                <a:gd name="T9" fmla="*/ 37 h 55"/>
                <a:gd name="T10" fmla="*/ 66 w 71"/>
                <a:gd name="T11" fmla="*/ 55 h 55"/>
                <a:gd name="T12" fmla="*/ 69 w 71"/>
                <a:gd name="T13" fmla="*/ 40 h 55"/>
                <a:gd name="T14" fmla="*/ 41 w 71"/>
                <a:gd name="T15" fmla="*/ 2 h 55"/>
                <a:gd name="T16" fmla="*/ 9 w 71"/>
                <a:gd name="T17" fmla="*/ 4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55">
                  <a:moveTo>
                    <a:pt x="9" y="41"/>
                  </a:moveTo>
                  <a:cubicBezTo>
                    <a:pt x="9" y="41"/>
                    <a:pt x="17" y="48"/>
                    <a:pt x="27" y="44"/>
                  </a:cubicBezTo>
                  <a:cubicBezTo>
                    <a:pt x="37" y="39"/>
                    <a:pt x="46" y="28"/>
                    <a:pt x="46" y="28"/>
                  </a:cubicBezTo>
                  <a:cubicBezTo>
                    <a:pt x="46" y="28"/>
                    <a:pt x="47" y="40"/>
                    <a:pt x="54" y="46"/>
                  </a:cubicBezTo>
                  <a:cubicBezTo>
                    <a:pt x="54" y="46"/>
                    <a:pt x="56" y="32"/>
                    <a:pt x="61" y="37"/>
                  </a:cubicBezTo>
                  <a:cubicBezTo>
                    <a:pt x="65" y="42"/>
                    <a:pt x="66" y="55"/>
                    <a:pt x="66" y="55"/>
                  </a:cubicBezTo>
                  <a:cubicBezTo>
                    <a:pt x="66" y="55"/>
                    <a:pt x="71" y="47"/>
                    <a:pt x="69" y="40"/>
                  </a:cubicBezTo>
                  <a:cubicBezTo>
                    <a:pt x="67" y="34"/>
                    <a:pt x="69" y="0"/>
                    <a:pt x="41" y="2"/>
                  </a:cubicBezTo>
                  <a:cubicBezTo>
                    <a:pt x="14" y="3"/>
                    <a:pt x="0" y="20"/>
                    <a:pt x="9" y="4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5" name="Freeform 80"/>
            <p:cNvSpPr/>
            <p:nvPr/>
          </p:nvSpPr>
          <p:spPr bwMode="auto">
            <a:xfrm>
              <a:off x="9063052" y="4935210"/>
              <a:ext cx="706537" cy="1068217"/>
            </a:xfrm>
            <a:custGeom>
              <a:avLst/>
              <a:gdLst>
                <a:gd name="T0" fmla="*/ 192 w 202"/>
                <a:gd name="T1" fmla="*/ 0 h 306"/>
                <a:gd name="T2" fmla="*/ 180 w 202"/>
                <a:gd name="T3" fmla="*/ 91 h 306"/>
                <a:gd name="T4" fmla="*/ 153 w 202"/>
                <a:gd name="T5" fmla="*/ 156 h 306"/>
                <a:gd name="T6" fmla="*/ 198 w 202"/>
                <a:gd name="T7" fmla="*/ 285 h 306"/>
                <a:gd name="T8" fmla="*/ 145 w 202"/>
                <a:gd name="T9" fmla="*/ 301 h 306"/>
                <a:gd name="T10" fmla="*/ 165 w 202"/>
                <a:gd name="T11" fmla="*/ 275 h 306"/>
                <a:gd name="T12" fmla="*/ 113 w 202"/>
                <a:gd name="T13" fmla="*/ 159 h 306"/>
                <a:gd name="T14" fmla="*/ 124 w 202"/>
                <a:gd name="T15" fmla="*/ 87 h 306"/>
                <a:gd name="T16" fmla="*/ 49 w 202"/>
                <a:gd name="T17" fmla="*/ 139 h 306"/>
                <a:gd name="T18" fmla="*/ 81 w 202"/>
                <a:gd name="T19" fmla="*/ 282 h 306"/>
                <a:gd name="T20" fmla="*/ 15 w 202"/>
                <a:gd name="T21" fmla="*/ 297 h 306"/>
                <a:gd name="T22" fmla="*/ 52 w 202"/>
                <a:gd name="T23" fmla="*/ 268 h 306"/>
                <a:gd name="T24" fmla="*/ 10 w 202"/>
                <a:gd name="T25" fmla="*/ 130 h 306"/>
                <a:gd name="T26" fmla="*/ 118 w 202"/>
                <a:gd name="T27" fmla="*/ 33 h 306"/>
                <a:gd name="T28" fmla="*/ 118 w 202"/>
                <a:gd name="T29" fmla="*/ 20 h 306"/>
                <a:gd name="T30" fmla="*/ 192 w 202"/>
                <a:gd name="T31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2" h="306">
                  <a:moveTo>
                    <a:pt x="192" y="0"/>
                  </a:moveTo>
                  <a:cubicBezTo>
                    <a:pt x="192" y="0"/>
                    <a:pt x="202" y="41"/>
                    <a:pt x="180" y="91"/>
                  </a:cubicBezTo>
                  <a:cubicBezTo>
                    <a:pt x="158" y="141"/>
                    <a:pt x="152" y="139"/>
                    <a:pt x="153" y="156"/>
                  </a:cubicBezTo>
                  <a:cubicBezTo>
                    <a:pt x="153" y="188"/>
                    <a:pt x="198" y="285"/>
                    <a:pt x="198" y="285"/>
                  </a:cubicBezTo>
                  <a:cubicBezTo>
                    <a:pt x="198" y="285"/>
                    <a:pt x="165" y="303"/>
                    <a:pt x="145" y="301"/>
                  </a:cubicBezTo>
                  <a:cubicBezTo>
                    <a:pt x="145" y="301"/>
                    <a:pt x="140" y="295"/>
                    <a:pt x="165" y="275"/>
                  </a:cubicBezTo>
                  <a:cubicBezTo>
                    <a:pt x="165" y="275"/>
                    <a:pt x="116" y="191"/>
                    <a:pt x="113" y="159"/>
                  </a:cubicBezTo>
                  <a:cubicBezTo>
                    <a:pt x="112" y="142"/>
                    <a:pt x="124" y="87"/>
                    <a:pt x="124" y="87"/>
                  </a:cubicBezTo>
                  <a:cubicBezTo>
                    <a:pt x="124" y="87"/>
                    <a:pt x="58" y="117"/>
                    <a:pt x="49" y="139"/>
                  </a:cubicBezTo>
                  <a:cubicBezTo>
                    <a:pt x="34" y="172"/>
                    <a:pt x="81" y="282"/>
                    <a:pt x="81" y="282"/>
                  </a:cubicBezTo>
                  <a:cubicBezTo>
                    <a:pt x="81" y="282"/>
                    <a:pt x="38" y="306"/>
                    <a:pt x="15" y="297"/>
                  </a:cubicBezTo>
                  <a:cubicBezTo>
                    <a:pt x="15" y="297"/>
                    <a:pt x="19" y="285"/>
                    <a:pt x="52" y="268"/>
                  </a:cubicBezTo>
                  <a:cubicBezTo>
                    <a:pt x="52" y="268"/>
                    <a:pt x="0" y="165"/>
                    <a:pt x="10" y="130"/>
                  </a:cubicBezTo>
                  <a:cubicBezTo>
                    <a:pt x="20" y="95"/>
                    <a:pt x="115" y="40"/>
                    <a:pt x="118" y="33"/>
                  </a:cubicBezTo>
                  <a:cubicBezTo>
                    <a:pt x="120" y="29"/>
                    <a:pt x="118" y="20"/>
                    <a:pt x="118" y="20"/>
                  </a:cubicBezTo>
                  <a:cubicBezTo>
                    <a:pt x="118" y="20"/>
                    <a:pt x="166" y="18"/>
                    <a:pt x="192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6" name="Freeform 81"/>
            <p:cNvSpPr/>
            <p:nvPr/>
          </p:nvSpPr>
          <p:spPr bwMode="auto">
            <a:xfrm>
              <a:off x="9513889" y="4997453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7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6" y="15"/>
                    <a:pt x="17" y="1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7" name="Freeform 82"/>
            <p:cNvSpPr/>
            <p:nvPr/>
          </p:nvSpPr>
          <p:spPr bwMode="auto">
            <a:xfrm>
              <a:off x="9179126" y="5039509"/>
              <a:ext cx="149719" cy="153083"/>
            </a:xfrm>
            <a:custGeom>
              <a:avLst/>
              <a:gdLst>
                <a:gd name="T0" fmla="*/ 10 w 43"/>
                <a:gd name="T1" fmla="*/ 38 h 44"/>
                <a:gd name="T2" fmla="*/ 6 w 43"/>
                <a:gd name="T3" fmla="*/ 11 h 44"/>
                <a:gd name="T4" fmla="*/ 33 w 43"/>
                <a:gd name="T5" fmla="*/ 6 h 44"/>
                <a:gd name="T6" fmla="*/ 36 w 43"/>
                <a:gd name="T7" fmla="*/ 33 h 44"/>
                <a:gd name="T8" fmla="*/ 10 w 43"/>
                <a:gd name="T9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4">
                  <a:moveTo>
                    <a:pt x="10" y="38"/>
                  </a:moveTo>
                  <a:cubicBezTo>
                    <a:pt x="2" y="32"/>
                    <a:pt x="0" y="20"/>
                    <a:pt x="6" y="11"/>
                  </a:cubicBezTo>
                  <a:cubicBezTo>
                    <a:pt x="12" y="2"/>
                    <a:pt x="24" y="0"/>
                    <a:pt x="33" y="6"/>
                  </a:cubicBezTo>
                  <a:cubicBezTo>
                    <a:pt x="41" y="12"/>
                    <a:pt x="43" y="24"/>
                    <a:pt x="36" y="33"/>
                  </a:cubicBezTo>
                  <a:cubicBezTo>
                    <a:pt x="30" y="41"/>
                    <a:pt x="18" y="44"/>
                    <a:pt x="10" y="38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8" name="Freeform 83"/>
            <p:cNvSpPr/>
            <p:nvPr/>
          </p:nvSpPr>
          <p:spPr bwMode="auto">
            <a:xfrm>
              <a:off x="8709783" y="4666054"/>
              <a:ext cx="472707" cy="439063"/>
            </a:xfrm>
            <a:custGeom>
              <a:avLst/>
              <a:gdLst>
                <a:gd name="T0" fmla="*/ 96 w 135"/>
                <a:gd name="T1" fmla="*/ 18 h 126"/>
                <a:gd name="T2" fmla="*/ 18 w 135"/>
                <a:gd name="T3" fmla="*/ 31 h 126"/>
                <a:gd name="T4" fmla="*/ 31 w 135"/>
                <a:gd name="T5" fmla="*/ 109 h 126"/>
                <a:gd name="T6" fmla="*/ 89 w 135"/>
                <a:gd name="T7" fmla="*/ 121 h 126"/>
                <a:gd name="T8" fmla="*/ 103 w 135"/>
                <a:gd name="T9" fmla="*/ 126 h 126"/>
                <a:gd name="T10" fmla="*/ 135 w 135"/>
                <a:gd name="T11" fmla="*/ 80 h 126"/>
                <a:gd name="T12" fmla="*/ 126 w 135"/>
                <a:gd name="T13" fmla="*/ 69 h 126"/>
                <a:gd name="T14" fmla="*/ 96 w 135"/>
                <a:gd name="T15" fmla="*/ 1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126">
                  <a:moveTo>
                    <a:pt x="96" y="18"/>
                  </a:moveTo>
                  <a:cubicBezTo>
                    <a:pt x="71" y="0"/>
                    <a:pt x="36" y="6"/>
                    <a:pt x="18" y="31"/>
                  </a:cubicBezTo>
                  <a:cubicBezTo>
                    <a:pt x="0" y="56"/>
                    <a:pt x="6" y="91"/>
                    <a:pt x="31" y="109"/>
                  </a:cubicBezTo>
                  <a:cubicBezTo>
                    <a:pt x="50" y="123"/>
                    <a:pt x="71" y="120"/>
                    <a:pt x="89" y="121"/>
                  </a:cubicBezTo>
                  <a:cubicBezTo>
                    <a:pt x="94" y="121"/>
                    <a:pt x="103" y="126"/>
                    <a:pt x="103" y="126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80"/>
                    <a:pt x="128" y="74"/>
                    <a:pt x="126" y="69"/>
                  </a:cubicBezTo>
                  <a:cubicBezTo>
                    <a:pt x="120" y="52"/>
                    <a:pt x="117" y="32"/>
                    <a:pt x="96" y="18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99" name="Freeform 84"/>
            <p:cNvSpPr/>
            <p:nvPr/>
          </p:nvSpPr>
          <p:spPr bwMode="auto">
            <a:xfrm>
              <a:off x="8724924" y="4679511"/>
              <a:ext cx="402054" cy="402054"/>
            </a:xfrm>
            <a:custGeom>
              <a:avLst/>
              <a:gdLst>
                <a:gd name="T0" fmla="*/ 28 w 115"/>
                <a:gd name="T1" fmla="*/ 99 h 115"/>
                <a:gd name="T2" fmla="*/ 16 w 115"/>
                <a:gd name="T3" fmla="*/ 28 h 115"/>
                <a:gd name="T4" fmla="*/ 87 w 115"/>
                <a:gd name="T5" fmla="*/ 16 h 115"/>
                <a:gd name="T6" fmla="*/ 98 w 115"/>
                <a:gd name="T7" fmla="*/ 87 h 115"/>
                <a:gd name="T8" fmla="*/ 28 w 115"/>
                <a:gd name="T9" fmla="*/ 9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5">
                  <a:moveTo>
                    <a:pt x="28" y="99"/>
                  </a:moveTo>
                  <a:cubicBezTo>
                    <a:pt x="5" y="83"/>
                    <a:pt x="0" y="51"/>
                    <a:pt x="16" y="28"/>
                  </a:cubicBezTo>
                  <a:cubicBezTo>
                    <a:pt x="32" y="5"/>
                    <a:pt x="64" y="0"/>
                    <a:pt x="87" y="16"/>
                  </a:cubicBezTo>
                  <a:cubicBezTo>
                    <a:pt x="109" y="33"/>
                    <a:pt x="115" y="64"/>
                    <a:pt x="98" y="87"/>
                  </a:cubicBezTo>
                  <a:cubicBezTo>
                    <a:pt x="82" y="110"/>
                    <a:pt x="50" y="115"/>
                    <a:pt x="28" y="99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0" name="Freeform 85"/>
            <p:cNvSpPr/>
            <p:nvPr/>
          </p:nvSpPr>
          <p:spPr bwMode="auto">
            <a:xfrm>
              <a:off x="8952024" y="4805679"/>
              <a:ext cx="211961" cy="208597"/>
            </a:xfrm>
            <a:custGeom>
              <a:avLst/>
              <a:gdLst>
                <a:gd name="T0" fmla="*/ 10 w 61"/>
                <a:gd name="T1" fmla="*/ 28 h 60"/>
                <a:gd name="T2" fmla="*/ 2 w 61"/>
                <a:gd name="T3" fmla="*/ 17 h 60"/>
                <a:gd name="T4" fmla="*/ 0 w 61"/>
                <a:gd name="T5" fmla="*/ 15 h 60"/>
                <a:gd name="T6" fmla="*/ 4 w 61"/>
                <a:gd name="T7" fmla="*/ 14 h 60"/>
                <a:gd name="T8" fmla="*/ 12 w 61"/>
                <a:gd name="T9" fmla="*/ 14 h 60"/>
                <a:gd name="T10" fmla="*/ 10 w 61"/>
                <a:gd name="T11" fmla="*/ 15 h 60"/>
                <a:gd name="T12" fmla="*/ 18 w 61"/>
                <a:gd name="T13" fmla="*/ 5 h 60"/>
                <a:gd name="T14" fmla="*/ 21 w 61"/>
                <a:gd name="T15" fmla="*/ 0 h 60"/>
                <a:gd name="T16" fmla="*/ 21 w 61"/>
                <a:gd name="T17" fmla="*/ 6 h 60"/>
                <a:gd name="T18" fmla="*/ 22 w 61"/>
                <a:gd name="T19" fmla="*/ 10 h 60"/>
                <a:gd name="T20" fmla="*/ 23 w 61"/>
                <a:gd name="T21" fmla="*/ 13 h 60"/>
                <a:gd name="T22" fmla="*/ 25 w 61"/>
                <a:gd name="T23" fmla="*/ 17 h 60"/>
                <a:gd name="T24" fmla="*/ 27 w 61"/>
                <a:gd name="T25" fmla="*/ 21 h 60"/>
                <a:gd name="T26" fmla="*/ 31 w 61"/>
                <a:gd name="T27" fmla="*/ 28 h 60"/>
                <a:gd name="T28" fmla="*/ 37 w 61"/>
                <a:gd name="T29" fmla="*/ 34 h 60"/>
                <a:gd name="T30" fmla="*/ 39 w 61"/>
                <a:gd name="T31" fmla="*/ 37 h 60"/>
                <a:gd name="T32" fmla="*/ 42 w 61"/>
                <a:gd name="T33" fmla="*/ 40 h 60"/>
                <a:gd name="T34" fmla="*/ 48 w 61"/>
                <a:gd name="T35" fmla="*/ 46 h 60"/>
                <a:gd name="T36" fmla="*/ 61 w 61"/>
                <a:gd name="T37" fmla="*/ 56 h 60"/>
                <a:gd name="T38" fmla="*/ 59 w 61"/>
                <a:gd name="T39" fmla="*/ 60 h 60"/>
                <a:gd name="T40" fmla="*/ 46 w 61"/>
                <a:gd name="T41" fmla="*/ 49 h 60"/>
                <a:gd name="T42" fmla="*/ 39 w 61"/>
                <a:gd name="T43" fmla="*/ 43 h 60"/>
                <a:gd name="T44" fmla="*/ 36 w 61"/>
                <a:gd name="T45" fmla="*/ 40 h 60"/>
                <a:gd name="T46" fmla="*/ 33 w 61"/>
                <a:gd name="T47" fmla="*/ 37 h 60"/>
                <a:gd name="T48" fmla="*/ 28 w 61"/>
                <a:gd name="T49" fmla="*/ 30 h 60"/>
                <a:gd name="T50" fmla="*/ 23 w 61"/>
                <a:gd name="T51" fmla="*/ 23 h 60"/>
                <a:gd name="T52" fmla="*/ 21 w 61"/>
                <a:gd name="T53" fmla="*/ 19 h 60"/>
                <a:gd name="T54" fmla="*/ 20 w 61"/>
                <a:gd name="T55" fmla="*/ 15 h 60"/>
                <a:gd name="T56" fmla="*/ 18 w 61"/>
                <a:gd name="T57" fmla="*/ 11 h 60"/>
                <a:gd name="T58" fmla="*/ 17 w 61"/>
                <a:gd name="T59" fmla="*/ 6 h 60"/>
                <a:gd name="T60" fmla="*/ 21 w 61"/>
                <a:gd name="T61" fmla="*/ 7 h 60"/>
                <a:gd name="T62" fmla="*/ 14 w 61"/>
                <a:gd name="T63" fmla="*/ 17 h 60"/>
                <a:gd name="T64" fmla="*/ 13 w 61"/>
                <a:gd name="T65" fmla="*/ 18 h 60"/>
                <a:gd name="T66" fmla="*/ 12 w 61"/>
                <a:gd name="T67" fmla="*/ 18 h 60"/>
                <a:gd name="T68" fmla="*/ 4 w 61"/>
                <a:gd name="T69" fmla="*/ 18 h 60"/>
                <a:gd name="T70" fmla="*/ 6 w 61"/>
                <a:gd name="T71" fmla="*/ 15 h 60"/>
                <a:gd name="T72" fmla="*/ 10 w 61"/>
                <a:gd name="T73" fmla="*/ 2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60">
                  <a:moveTo>
                    <a:pt x="10" y="2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5"/>
                    <a:pt x="24" y="16"/>
                    <a:pt x="25" y="17"/>
                  </a:cubicBezTo>
                  <a:cubicBezTo>
                    <a:pt x="26" y="18"/>
                    <a:pt x="26" y="20"/>
                    <a:pt x="27" y="21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8" y="36"/>
                    <a:pt x="39" y="3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39"/>
                    <a:pt x="34" y="38"/>
                    <a:pt x="33" y="3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6" y="28"/>
                    <a:pt x="25" y="25"/>
                    <a:pt x="23" y="23"/>
                  </a:cubicBezTo>
                  <a:cubicBezTo>
                    <a:pt x="23" y="22"/>
                    <a:pt x="22" y="20"/>
                    <a:pt x="21" y="19"/>
                  </a:cubicBezTo>
                  <a:cubicBezTo>
                    <a:pt x="21" y="17"/>
                    <a:pt x="20" y="16"/>
                    <a:pt x="20" y="15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9"/>
                    <a:pt x="17" y="8"/>
                    <a:pt x="17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6" y="15"/>
                    <a:pt x="6" y="15"/>
                    <a:pt x="6" y="15"/>
                  </a:cubicBezTo>
                  <a:lnTo>
                    <a:pt x="10" y="28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1" name="Freeform 86"/>
            <p:cNvSpPr/>
            <p:nvPr/>
          </p:nvSpPr>
          <p:spPr bwMode="auto">
            <a:xfrm>
              <a:off x="8888100" y="4899884"/>
              <a:ext cx="238877" cy="171587"/>
            </a:xfrm>
            <a:custGeom>
              <a:avLst/>
              <a:gdLst>
                <a:gd name="T0" fmla="*/ 65 w 68"/>
                <a:gd name="T1" fmla="*/ 49 h 49"/>
                <a:gd name="T2" fmla="*/ 51 w 68"/>
                <a:gd name="T3" fmla="*/ 40 h 49"/>
                <a:gd name="T4" fmla="*/ 44 w 68"/>
                <a:gd name="T5" fmla="*/ 36 h 49"/>
                <a:gd name="T6" fmla="*/ 36 w 68"/>
                <a:gd name="T7" fmla="*/ 33 h 49"/>
                <a:gd name="T8" fmla="*/ 32 w 68"/>
                <a:gd name="T9" fmla="*/ 31 h 49"/>
                <a:gd name="T10" fmla="*/ 29 w 68"/>
                <a:gd name="T11" fmla="*/ 30 h 49"/>
                <a:gd name="T12" fmla="*/ 21 w 68"/>
                <a:gd name="T13" fmla="*/ 28 h 49"/>
                <a:gd name="T14" fmla="*/ 16 w 68"/>
                <a:gd name="T15" fmla="*/ 27 h 49"/>
                <a:gd name="T16" fmla="*/ 12 w 68"/>
                <a:gd name="T17" fmla="*/ 27 h 49"/>
                <a:gd name="T18" fmla="*/ 8 w 68"/>
                <a:gd name="T19" fmla="*/ 27 h 49"/>
                <a:gd name="T20" fmla="*/ 4 w 68"/>
                <a:gd name="T21" fmla="*/ 27 h 49"/>
                <a:gd name="T22" fmla="*/ 0 w 68"/>
                <a:gd name="T23" fmla="*/ 28 h 49"/>
                <a:gd name="T24" fmla="*/ 2 w 68"/>
                <a:gd name="T25" fmla="*/ 24 h 49"/>
                <a:gd name="T26" fmla="*/ 9 w 68"/>
                <a:gd name="T27" fmla="*/ 15 h 49"/>
                <a:gd name="T28" fmla="*/ 9 w 68"/>
                <a:gd name="T29" fmla="*/ 17 h 49"/>
                <a:gd name="T30" fmla="*/ 3 w 68"/>
                <a:gd name="T31" fmla="*/ 5 h 49"/>
                <a:gd name="T32" fmla="*/ 3 w 68"/>
                <a:gd name="T33" fmla="*/ 5 h 49"/>
                <a:gd name="T34" fmla="*/ 1 w 68"/>
                <a:gd name="T35" fmla="*/ 0 h 49"/>
                <a:gd name="T36" fmla="*/ 5 w 68"/>
                <a:gd name="T37" fmla="*/ 2 h 49"/>
                <a:gd name="T38" fmla="*/ 26 w 68"/>
                <a:gd name="T39" fmla="*/ 11 h 49"/>
                <a:gd name="T40" fmla="*/ 4 w 68"/>
                <a:gd name="T41" fmla="*/ 5 h 49"/>
                <a:gd name="T42" fmla="*/ 6 w 68"/>
                <a:gd name="T43" fmla="*/ 3 h 49"/>
                <a:gd name="T44" fmla="*/ 6 w 68"/>
                <a:gd name="T45" fmla="*/ 3 h 49"/>
                <a:gd name="T46" fmla="*/ 13 w 68"/>
                <a:gd name="T47" fmla="*/ 15 h 49"/>
                <a:gd name="T48" fmla="*/ 13 w 68"/>
                <a:gd name="T49" fmla="*/ 16 h 49"/>
                <a:gd name="T50" fmla="*/ 13 w 68"/>
                <a:gd name="T51" fmla="*/ 17 h 49"/>
                <a:gd name="T52" fmla="*/ 6 w 68"/>
                <a:gd name="T53" fmla="*/ 27 h 49"/>
                <a:gd name="T54" fmla="*/ 4 w 68"/>
                <a:gd name="T55" fmla="*/ 23 h 49"/>
                <a:gd name="T56" fmla="*/ 8 w 68"/>
                <a:gd name="T57" fmla="*/ 23 h 49"/>
                <a:gd name="T58" fmla="*/ 13 w 68"/>
                <a:gd name="T59" fmla="*/ 23 h 49"/>
                <a:gd name="T60" fmla="*/ 17 w 68"/>
                <a:gd name="T61" fmla="*/ 23 h 49"/>
                <a:gd name="T62" fmla="*/ 21 w 68"/>
                <a:gd name="T63" fmla="*/ 24 h 49"/>
                <a:gd name="T64" fmla="*/ 30 w 68"/>
                <a:gd name="T65" fmla="*/ 26 h 49"/>
                <a:gd name="T66" fmla="*/ 34 w 68"/>
                <a:gd name="T67" fmla="*/ 27 h 49"/>
                <a:gd name="T68" fmla="*/ 38 w 68"/>
                <a:gd name="T69" fmla="*/ 29 h 49"/>
                <a:gd name="T70" fmla="*/ 46 w 68"/>
                <a:gd name="T71" fmla="*/ 33 h 49"/>
                <a:gd name="T72" fmla="*/ 53 w 68"/>
                <a:gd name="T73" fmla="*/ 37 h 49"/>
                <a:gd name="T74" fmla="*/ 68 w 68"/>
                <a:gd name="T75" fmla="*/ 46 h 49"/>
                <a:gd name="T76" fmla="*/ 65 w 68"/>
                <a:gd name="T7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" h="49">
                  <a:moveTo>
                    <a:pt x="65" y="49"/>
                  </a:moveTo>
                  <a:cubicBezTo>
                    <a:pt x="61" y="46"/>
                    <a:pt x="56" y="43"/>
                    <a:pt x="51" y="40"/>
                  </a:cubicBezTo>
                  <a:cubicBezTo>
                    <a:pt x="49" y="39"/>
                    <a:pt x="46" y="37"/>
                    <a:pt x="44" y="36"/>
                  </a:cubicBezTo>
                  <a:cubicBezTo>
                    <a:pt x="41" y="35"/>
                    <a:pt x="39" y="34"/>
                    <a:pt x="36" y="33"/>
                  </a:cubicBezTo>
                  <a:cubicBezTo>
                    <a:pt x="35" y="32"/>
                    <a:pt x="34" y="32"/>
                    <a:pt x="32" y="31"/>
                  </a:cubicBezTo>
                  <a:cubicBezTo>
                    <a:pt x="31" y="31"/>
                    <a:pt x="30" y="30"/>
                    <a:pt x="29" y="30"/>
                  </a:cubicBezTo>
                  <a:cubicBezTo>
                    <a:pt x="26" y="29"/>
                    <a:pt x="23" y="28"/>
                    <a:pt x="21" y="28"/>
                  </a:cubicBezTo>
                  <a:cubicBezTo>
                    <a:pt x="19" y="28"/>
                    <a:pt x="18" y="28"/>
                    <a:pt x="16" y="27"/>
                  </a:cubicBezTo>
                  <a:cubicBezTo>
                    <a:pt x="15" y="27"/>
                    <a:pt x="14" y="27"/>
                    <a:pt x="12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1" y="23"/>
                    <a:pt x="13" y="23"/>
                  </a:cubicBezTo>
                  <a:cubicBezTo>
                    <a:pt x="14" y="23"/>
                    <a:pt x="15" y="23"/>
                    <a:pt x="17" y="23"/>
                  </a:cubicBezTo>
                  <a:cubicBezTo>
                    <a:pt x="18" y="24"/>
                    <a:pt x="20" y="24"/>
                    <a:pt x="21" y="24"/>
                  </a:cubicBezTo>
                  <a:cubicBezTo>
                    <a:pt x="24" y="25"/>
                    <a:pt x="27" y="25"/>
                    <a:pt x="30" y="26"/>
                  </a:cubicBezTo>
                  <a:cubicBezTo>
                    <a:pt x="31" y="26"/>
                    <a:pt x="32" y="27"/>
                    <a:pt x="34" y="27"/>
                  </a:cubicBezTo>
                  <a:cubicBezTo>
                    <a:pt x="35" y="28"/>
                    <a:pt x="37" y="28"/>
                    <a:pt x="38" y="29"/>
                  </a:cubicBezTo>
                  <a:cubicBezTo>
                    <a:pt x="40" y="30"/>
                    <a:pt x="43" y="31"/>
                    <a:pt x="46" y="33"/>
                  </a:cubicBezTo>
                  <a:cubicBezTo>
                    <a:pt x="48" y="34"/>
                    <a:pt x="51" y="35"/>
                    <a:pt x="53" y="37"/>
                  </a:cubicBezTo>
                  <a:cubicBezTo>
                    <a:pt x="58" y="40"/>
                    <a:pt x="63" y="43"/>
                    <a:pt x="68" y="46"/>
                  </a:cubicBezTo>
                  <a:lnTo>
                    <a:pt x="65" y="49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2" name="Freeform 87"/>
            <p:cNvSpPr/>
            <p:nvPr/>
          </p:nvSpPr>
          <p:spPr bwMode="auto">
            <a:xfrm>
              <a:off x="8755204" y="4721568"/>
              <a:ext cx="171587" cy="201868"/>
            </a:xfrm>
            <a:custGeom>
              <a:avLst/>
              <a:gdLst>
                <a:gd name="T0" fmla="*/ 8 w 49"/>
                <a:gd name="T1" fmla="*/ 52 h 58"/>
                <a:gd name="T2" fmla="*/ 10 w 49"/>
                <a:gd name="T3" fmla="*/ 18 h 58"/>
                <a:gd name="T4" fmla="*/ 41 w 49"/>
                <a:gd name="T5" fmla="*/ 5 h 58"/>
                <a:gd name="T6" fmla="*/ 39 w 49"/>
                <a:gd name="T7" fmla="*/ 39 h 58"/>
                <a:gd name="T8" fmla="*/ 8 w 49"/>
                <a:gd name="T9" fmla="*/ 5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58">
                  <a:moveTo>
                    <a:pt x="8" y="52"/>
                  </a:moveTo>
                  <a:cubicBezTo>
                    <a:pt x="0" y="46"/>
                    <a:pt x="1" y="31"/>
                    <a:pt x="10" y="18"/>
                  </a:cubicBezTo>
                  <a:cubicBezTo>
                    <a:pt x="19" y="6"/>
                    <a:pt x="33" y="0"/>
                    <a:pt x="41" y="5"/>
                  </a:cubicBezTo>
                  <a:cubicBezTo>
                    <a:pt x="49" y="11"/>
                    <a:pt x="48" y="26"/>
                    <a:pt x="39" y="39"/>
                  </a:cubicBezTo>
                  <a:cubicBezTo>
                    <a:pt x="29" y="52"/>
                    <a:pt x="16" y="58"/>
                    <a:pt x="8" y="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3" name="Freeform 88"/>
            <p:cNvSpPr/>
            <p:nvPr/>
          </p:nvSpPr>
          <p:spPr bwMode="auto">
            <a:xfrm>
              <a:off x="8997445" y="4906613"/>
              <a:ext cx="87476" cy="111027"/>
            </a:xfrm>
            <a:custGeom>
              <a:avLst/>
              <a:gdLst>
                <a:gd name="T0" fmla="*/ 2 w 25"/>
                <a:gd name="T1" fmla="*/ 30 h 32"/>
                <a:gd name="T2" fmla="*/ 7 w 25"/>
                <a:gd name="T3" fmla="*/ 13 h 32"/>
                <a:gd name="T4" fmla="*/ 22 w 25"/>
                <a:gd name="T5" fmla="*/ 2 h 32"/>
                <a:gd name="T6" fmla="*/ 17 w 25"/>
                <a:gd name="T7" fmla="*/ 20 h 32"/>
                <a:gd name="T8" fmla="*/ 2 w 25"/>
                <a:gd name="T9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2">
                  <a:moveTo>
                    <a:pt x="2" y="30"/>
                  </a:moveTo>
                  <a:cubicBezTo>
                    <a:pt x="0" y="28"/>
                    <a:pt x="2" y="20"/>
                    <a:pt x="7" y="13"/>
                  </a:cubicBezTo>
                  <a:cubicBezTo>
                    <a:pt x="13" y="5"/>
                    <a:pt x="19" y="0"/>
                    <a:pt x="22" y="2"/>
                  </a:cubicBezTo>
                  <a:cubicBezTo>
                    <a:pt x="25" y="4"/>
                    <a:pt x="23" y="12"/>
                    <a:pt x="17" y="20"/>
                  </a:cubicBezTo>
                  <a:cubicBezTo>
                    <a:pt x="12" y="27"/>
                    <a:pt x="5" y="32"/>
                    <a:pt x="2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4" name="Freeform 89"/>
            <p:cNvSpPr/>
            <p:nvPr/>
          </p:nvSpPr>
          <p:spPr bwMode="auto">
            <a:xfrm>
              <a:off x="9049594" y="4928481"/>
              <a:ext cx="282615" cy="285979"/>
            </a:xfrm>
            <a:custGeom>
              <a:avLst/>
              <a:gdLst>
                <a:gd name="T0" fmla="*/ 76 w 81"/>
                <a:gd name="T1" fmla="*/ 27 h 82"/>
                <a:gd name="T2" fmla="*/ 78 w 81"/>
                <a:gd name="T3" fmla="*/ 40 h 82"/>
                <a:gd name="T4" fmla="*/ 52 w 81"/>
                <a:gd name="T5" fmla="*/ 77 h 82"/>
                <a:gd name="T6" fmla="*/ 39 w 81"/>
                <a:gd name="T7" fmla="*/ 79 h 82"/>
                <a:gd name="T8" fmla="*/ 5 w 81"/>
                <a:gd name="T9" fmla="*/ 55 h 82"/>
                <a:gd name="T10" fmla="*/ 3 w 81"/>
                <a:gd name="T11" fmla="*/ 42 h 82"/>
                <a:gd name="T12" fmla="*/ 29 w 81"/>
                <a:gd name="T13" fmla="*/ 5 h 82"/>
                <a:gd name="T14" fmla="*/ 42 w 81"/>
                <a:gd name="T15" fmla="*/ 3 h 82"/>
                <a:gd name="T16" fmla="*/ 76 w 81"/>
                <a:gd name="T17" fmla="*/ 2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82">
                  <a:moveTo>
                    <a:pt x="76" y="27"/>
                  </a:moveTo>
                  <a:cubicBezTo>
                    <a:pt x="80" y="30"/>
                    <a:pt x="81" y="36"/>
                    <a:pt x="78" y="40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49" y="81"/>
                    <a:pt x="43" y="82"/>
                    <a:pt x="39" y="79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" y="52"/>
                    <a:pt x="0" y="47"/>
                    <a:pt x="3" y="4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2" y="1"/>
                    <a:pt x="38" y="0"/>
                    <a:pt x="42" y="3"/>
                  </a:cubicBezTo>
                  <a:lnTo>
                    <a:pt x="76" y="27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5" name="Freeform 90"/>
            <p:cNvSpPr/>
            <p:nvPr/>
          </p:nvSpPr>
          <p:spPr bwMode="auto">
            <a:xfrm>
              <a:off x="9081557" y="4965491"/>
              <a:ext cx="104298" cy="132897"/>
            </a:xfrm>
            <a:custGeom>
              <a:avLst/>
              <a:gdLst>
                <a:gd name="T0" fmla="*/ 3 w 30"/>
                <a:gd name="T1" fmla="*/ 36 h 38"/>
                <a:gd name="T2" fmla="*/ 2 w 30"/>
                <a:gd name="T3" fmla="*/ 30 h 38"/>
                <a:gd name="T4" fmla="*/ 22 w 30"/>
                <a:gd name="T5" fmla="*/ 2 h 38"/>
                <a:gd name="T6" fmla="*/ 28 w 30"/>
                <a:gd name="T7" fmla="*/ 1 h 38"/>
                <a:gd name="T8" fmla="*/ 28 w 30"/>
                <a:gd name="T9" fmla="*/ 1 h 38"/>
                <a:gd name="T10" fmla="*/ 29 w 30"/>
                <a:gd name="T11" fmla="*/ 7 h 38"/>
                <a:gd name="T12" fmla="*/ 9 w 30"/>
                <a:gd name="T13" fmla="*/ 35 h 38"/>
                <a:gd name="T14" fmla="*/ 3 w 30"/>
                <a:gd name="T15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38">
                  <a:moveTo>
                    <a:pt x="3" y="36"/>
                  </a:moveTo>
                  <a:cubicBezTo>
                    <a:pt x="1" y="35"/>
                    <a:pt x="0" y="32"/>
                    <a:pt x="2" y="3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0"/>
                    <a:pt x="26" y="0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2"/>
                    <a:pt x="30" y="5"/>
                    <a:pt x="29" y="7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7" y="37"/>
                    <a:pt x="5" y="38"/>
                    <a:pt x="3" y="36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6" name="Freeform 91"/>
            <p:cNvSpPr/>
            <p:nvPr/>
          </p:nvSpPr>
          <p:spPr bwMode="auto">
            <a:xfrm>
              <a:off x="9133705" y="5000818"/>
              <a:ext cx="114392" cy="104298"/>
            </a:xfrm>
            <a:custGeom>
              <a:avLst/>
              <a:gdLst>
                <a:gd name="T0" fmla="*/ 22 w 33"/>
                <a:gd name="T1" fmla="*/ 3 h 30"/>
                <a:gd name="T2" fmla="*/ 8 w 33"/>
                <a:gd name="T3" fmla="*/ 3 h 30"/>
                <a:gd name="T4" fmla="*/ 3 w 33"/>
                <a:gd name="T5" fmla="*/ 9 h 30"/>
                <a:gd name="T6" fmla="*/ 8 w 33"/>
                <a:gd name="T7" fmla="*/ 6 h 30"/>
                <a:gd name="T8" fmla="*/ 13 w 33"/>
                <a:gd name="T9" fmla="*/ 7 h 30"/>
                <a:gd name="T10" fmla="*/ 5 w 33"/>
                <a:gd name="T11" fmla="*/ 14 h 30"/>
                <a:gd name="T12" fmla="*/ 0 w 33"/>
                <a:gd name="T13" fmla="*/ 23 h 30"/>
                <a:gd name="T14" fmla="*/ 2 w 33"/>
                <a:gd name="T15" fmla="*/ 24 h 30"/>
                <a:gd name="T16" fmla="*/ 7 w 33"/>
                <a:gd name="T17" fmla="*/ 17 h 30"/>
                <a:gd name="T18" fmla="*/ 10 w 33"/>
                <a:gd name="T19" fmla="*/ 14 h 30"/>
                <a:gd name="T20" fmla="*/ 9 w 33"/>
                <a:gd name="T21" fmla="*/ 21 h 30"/>
                <a:gd name="T22" fmla="*/ 11 w 33"/>
                <a:gd name="T23" fmla="*/ 30 h 30"/>
                <a:gd name="T24" fmla="*/ 12 w 33"/>
                <a:gd name="T25" fmla="*/ 24 h 30"/>
                <a:gd name="T26" fmla="*/ 14 w 33"/>
                <a:gd name="T27" fmla="*/ 18 h 30"/>
                <a:gd name="T28" fmla="*/ 15 w 33"/>
                <a:gd name="T29" fmla="*/ 23 h 30"/>
                <a:gd name="T30" fmla="*/ 18 w 33"/>
                <a:gd name="T31" fmla="*/ 27 h 30"/>
                <a:gd name="T32" fmla="*/ 19 w 33"/>
                <a:gd name="T33" fmla="*/ 25 h 30"/>
                <a:gd name="T34" fmla="*/ 20 w 33"/>
                <a:gd name="T35" fmla="*/ 25 h 30"/>
                <a:gd name="T36" fmla="*/ 20 w 33"/>
                <a:gd name="T37" fmla="*/ 22 h 30"/>
                <a:gd name="T38" fmla="*/ 22 w 33"/>
                <a:gd name="T39" fmla="*/ 18 h 30"/>
                <a:gd name="T40" fmla="*/ 29 w 33"/>
                <a:gd name="T41" fmla="*/ 6 h 30"/>
                <a:gd name="T42" fmla="*/ 33 w 33"/>
                <a:gd name="T43" fmla="*/ 0 h 30"/>
                <a:gd name="T44" fmla="*/ 22 w 33"/>
                <a:gd name="T45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30">
                  <a:moveTo>
                    <a:pt x="22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9"/>
                    <a:pt x="8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5"/>
                    <a:pt x="2" y="24"/>
                  </a:cubicBezTo>
                  <a:cubicBezTo>
                    <a:pt x="4" y="23"/>
                    <a:pt x="7" y="17"/>
                    <a:pt x="7" y="17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3" y="29"/>
                    <a:pt x="12" y="24"/>
                  </a:cubicBezTo>
                  <a:cubicBezTo>
                    <a:pt x="11" y="21"/>
                    <a:pt x="14" y="18"/>
                    <a:pt x="14" y="18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7" y="27"/>
                    <a:pt x="18" y="27"/>
                  </a:cubicBezTo>
                  <a:cubicBezTo>
                    <a:pt x="19" y="27"/>
                    <a:pt x="19" y="25"/>
                    <a:pt x="19" y="25"/>
                  </a:cubicBezTo>
                  <a:cubicBezTo>
                    <a:pt x="19" y="25"/>
                    <a:pt x="20" y="26"/>
                    <a:pt x="20" y="25"/>
                  </a:cubicBezTo>
                  <a:cubicBezTo>
                    <a:pt x="21" y="24"/>
                    <a:pt x="20" y="22"/>
                    <a:pt x="20" y="22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31" y="12"/>
                    <a:pt x="29" y="6"/>
                  </a:cubicBezTo>
                  <a:cubicBezTo>
                    <a:pt x="29" y="5"/>
                    <a:pt x="33" y="0"/>
                    <a:pt x="33" y="0"/>
                  </a:cubicBezTo>
                  <a:lnTo>
                    <a:pt x="22" y="3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7" name="Freeform 92"/>
            <p:cNvSpPr/>
            <p:nvPr/>
          </p:nvSpPr>
          <p:spPr bwMode="auto">
            <a:xfrm>
              <a:off x="9202677" y="4406990"/>
              <a:ext cx="388596" cy="639247"/>
            </a:xfrm>
            <a:custGeom>
              <a:avLst/>
              <a:gdLst>
                <a:gd name="T0" fmla="*/ 0 w 111"/>
                <a:gd name="T1" fmla="*/ 172 h 183"/>
                <a:gd name="T2" fmla="*/ 61 w 111"/>
                <a:gd name="T3" fmla="*/ 106 h 183"/>
                <a:gd name="T4" fmla="*/ 75 w 111"/>
                <a:gd name="T5" fmla="*/ 23 h 183"/>
                <a:gd name="T6" fmla="*/ 109 w 111"/>
                <a:gd name="T7" fmla="*/ 24 h 183"/>
                <a:gd name="T8" fmla="*/ 84 w 111"/>
                <a:gd name="T9" fmla="*/ 122 h 183"/>
                <a:gd name="T10" fmla="*/ 11 w 111"/>
                <a:gd name="T11" fmla="*/ 183 h 183"/>
                <a:gd name="T12" fmla="*/ 0 w 111"/>
                <a:gd name="T13" fmla="*/ 17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83">
                  <a:moveTo>
                    <a:pt x="0" y="172"/>
                  </a:moveTo>
                  <a:cubicBezTo>
                    <a:pt x="61" y="106"/>
                    <a:pt x="61" y="106"/>
                    <a:pt x="61" y="106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107" y="0"/>
                    <a:pt x="109" y="24"/>
                  </a:cubicBezTo>
                  <a:cubicBezTo>
                    <a:pt x="111" y="48"/>
                    <a:pt x="84" y="122"/>
                    <a:pt x="84" y="122"/>
                  </a:cubicBezTo>
                  <a:cubicBezTo>
                    <a:pt x="11" y="183"/>
                    <a:pt x="11" y="183"/>
                    <a:pt x="11" y="183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8" name="Freeform 93"/>
            <p:cNvSpPr/>
            <p:nvPr/>
          </p:nvSpPr>
          <p:spPr bwMode="auto">
            <a:xfrm>
              <a:off x="8807353" y="5175770"/>
              <a:ext cx="119439" cy="100934"/>
            </a:xfrm>
            <a:custGeom>
              <a:avLst/>
              <a:gdLst>
                <a:gd name="T0" fmla="*/ 11 w 34"/>
                <a:gd name="T1" fmla="*/ 2 h 29"/>
                <a:gd name="T2" fmla="*/ 24 w 34"/>
                <a:gd name="T3" fmla="*/ 2 h 29"/>
                <a:gd name="T4" fmla="*/ 30 w 34"/>
                <a:gd name="T5" fmla="*/ 7 h 29"/>
                <a:gd name="T6" fmla="*/ 25 w 34"/>
                <a:gd name="T7" fmla="*/ 5 h 29"/>
                <a:gd name="T8" fmla="*/ 20 w 34"/>
                <a:gd name="T9" fmla="*/ 6 h 29"/>
                <a:gd name="T10" fmla="*/ 28 w 34"/>
                <a:gd name="T11" fmla="*/ 13 h 29"/>
                <a:gd name="T12" fmla="*/ 34 w 34"/>
                <a:gd name="T13" fmla="*/ 21 h 29"/>
                <a:gd name="T14" fmla="*/ 32 w 34"/>
                <a:gd name="T15" fmla="*/ 22 h 29"/>
                <a:gd name="T16" fmla="*/ 27 w 34"/>
                <a:gd name="T17" fmla="*/ 16 h 29"/>
                <a:gd name="T18" fmla="*/ 23 w 34"/>
                <a:gd name="T19" fmla="*/ 13 h 29"/>
                <a:gd name="T20" fmla="*/ 25 w 34"/>
                <a:gd name="T21" fmla="*/ 19 h 29"/>
                <a:gd name="T22" fmla="*/ 24 w 34"/>
                <a:gd name="T23" fmla="*/ 29 h 29"/>
                <a:gd name="T24" fmla="*/ 22 w 34"/>
                <a:gd name="T25" fmla="*/ 23 h 29"/>
                <a:gd name="T26" fmla="*/ 19 w 34"/>
                <a:gd name="T27" fmla="*/ 17 h 29"/>
                <a:gd name="T28" fmla="*/ 19 w 34"/>
                <a:gd name="T29" fmla="*/ 23 h 29"/>
                <a:gd name="T30" fmla="*/ 16 w 34"/>
                <a:gd name="T31" fmla="*/ 26 h 29"/>
                <a:gd name="T32" fmla="*/ 15 w 34"/>
                <a:gd name="T33" fmla="*/ 24 h 29"/>
                <a:gd name="T34" fmla="*/ 14 w 34"/>
                <a:gd name="T35" fmla="*/ 25 h 29"/>
                <a:gd name="T36" fmla="*/ 14 w 34"/>
                <a:gd name="T37" fmla="*/ 21 h 29"/>
                <a:gd name="T38" fmla="*/ 11 w 34"/>
                <a:gd name="T39" fmla="*/ 18 h 29"/>
                <a:gd name="T40" fmla="*/ 4 w 34"/>
                <a:gd name="T41" fmla="*/ 7 h 29"/>
                <a:gd name="T42" fmla="*/ 0 w 34"/>
                <a:gd name="T43" fmla="*/ 0 h 29"/>
                <a:gd name="T44" fmla="*/ 11 w 34"/>
                <a:gd name="T45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29">
                  <a:moveTo>
                    <a:pt x="11" y="2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29" y="8"/>
                    <a:pt x="25" y="5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1"/>
                    <a:pt x="34" y="23"/>
                    <a:pt x="32" y="22"/>
                  </a:cubicBezTo>
                  <a:cubicBezTo>
                    <a:pt x="30" y="21"/>
                    <a:pt x="27" y="16"/>
                    <a:pt x="27" y="16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1" y="28"/>
                    <a:pt x="22" y="23"/>
                  </a:cubicBezTo>
                  <a:cubicBezTo>
                    <a:pt x="23" y="20"/>
                    <a:pt x="19" y="17"/>
                    <a:pt x="19" y="17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7" y="27"/>
                    <a:pt x="16" y="26"/>
                  </a:cubicBezTo>
                  <a:cubicBezTo>
                    <a:pt x="15" y="26"/>
                    <a:pt x="15" y="24"/>
                    <a:pt x="15" y="24"/>
                  </a:cubicBezTo>
                  <a:cubicBezTo>
                    <a:pt x="15" y="24"/>
                    <a:pt x="15" y="25"/>
                    <a:pt x="14" y="25"/>
                  </a:cubicBezTo>
                  <a:cubicBezTo>
                    <a:pt x="13" y="24"/>
                    <a:pt x="14" y="21"/>
                    <a:pt x="14" y="2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2" y="13"/>
                    <a:pt x="4" y="7"/>
                  </a:cubicBezTo>
                  <a:cubicBezTo>
                    <a:pt x="4" y="5"/>
                    <a:pt x="0" y="0"/>
                    <a:pt x="0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09" name="Freeform 94"/>
            <p:cNvSpPr/>
            <p:nvPr/>
          </p:nvSpPr>
          <p:spPr bwMode="auto">
            <a:xfrm>
              <a:off x="7872033" y="5088294"/>
              <a:ext cx="1117001" cy="945413"/>
            </a:xfrm>
            <a:custGeom>
              <a:avLst/>
              <a:gdLst>
                <a:gd name="T0" fmla="*/ 182 w 320"/>
                <a:gd name="T1" fmla="*/ 0 h 271"/>
                <a:gd name="T2" fmla="*/ 229 w 320"/>
                <a:gd name="T3" fmla="*/ 62 h 271"/>
                <a:gd name="T4" fmla="*/ 277 w 320"/>
                <a:gd name="T5" fmla="*/ 220 h 271"/>
                <a:gd name="T6" fmla="*/ 315 w 320"/>
                <a:gd name="T7" fmla="*/ 251 h 271"/>
                <a:gd name="T8" fmla="*/ 248 w 320"/>
                <a:gd name="T9" fmla="*/ 239 h 271"/>
                <a:gd name="T10" fmla="*/ 213 w 320"/>
                <a:gd name="T11" fmla="*/ 105 h 271"/>
                <a:gd name="T12" fmla="*/ 149 w 320"/>
                <a:gd name="T13" fmla="*/ 62 h 271"/>
                <a:gd name="T14" fmla="*/ 110 w 320"/>
                <a:gd name="T15" fmla="*/ 170 h 271"/>
                <a:gd name="T16" fmla="*/ 33 w 320"/>
                <a:gd name="T17" fmla="*/ 236 h 271"/>
                <a:gd name="T18" fmla="*/ 44 w 320"/>
                <a:gd name="T19" fmla="*/ 271 h 271"/>
                <a:gd name="T20" fmla="*/ 0 w 320"/>
                <a:gd name="T21" fmla="*/ 242 h 271"/>
                <a:gd name="T22" fmla="*/ 73 w 320"/>
                <a:gd name="T23" fmla="*/ 158 h 271"/>
                <a:gd name="T24" fmla="*/ 99 w 320"/>
                <a:gd name="T25" fmla="*/ 8 h 271"/>
                <a:gd name="T26" fmla="*/ 182 w 320"/>
                <a:gd name="T2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0" h="271">
                  <a:moveTo>
                    <a:pt x="182" y="0"/>
                  </a:moveTo>
                  <a:cubicBezTo>
                    <a:pt x="182" y="0"/>
                    <a:pt x="203" y="41"/>
                    <a:pt x="229" y="62"/>
                  </a:cubicBezTo>
                  <a:cubicBezTo>
                    <a:pt x="256" y="84"/>
                    <a:pt x="277" y="220"/>
                    <a:pt x="277" y="220"/>
                  </a:cubicBezTo>
                  <a:cubicBezTo>
                    <a:pt x="277" y="220"/>
                    <a:pt x="320" y="233"/>
                    <a:pt x="315" y="251"/>
                  </a:cubicBezTo>
                  <a:cubicBezTo>
                    <a:pt x="315" y="251"/>
                    <a:pt x="293" y="263"/>
                    <a:pt x="248" y="239"/>
                  </a:cubicBezTo>
                  <a:cubicBezTo>
                    <a:pt x="248" y="239"/>
                    <a:pt x="238" y="125"/>
                    <a:pt x="213" y="105"/>
                  </a:cubicBezTo>
                  <a:cubicBezTo>
                    <a:pt x="189" y="84"/>
                    <a:pt x="149" y="62"/>
                    <a:pt x="149" y="62"/>
                  </a:cubicBezTo>
                  <a:cubicBezTo>
                    <a:pt x="110" y="170"/>
                    <a:pt x="110" y="170"/>
                    <a:pt x="110" y="170"/>
                  </a:cubicBezTo>
                  <a:cubicBezTo>
                    <a:pt x="33" y="236"/>
                    <a:pt x="33" y="236"/>
                    <a:pt x="33" y="236"/>
                  </a:cubicBezTo>
                  <a:cubicBezTo>
                    <a:pt x="33" y="236"/>
                    <a:pt x="73" y="263"/>
                    <a:pt x="44" y="271"/>
                  </a:cubicBezTo>
                  <a:cubicBezTo>
                    <a:pt x="44" y="271"/>
                    <a:pt x="3" y="262"/>
                    <a:pt x="0" y="242"/>
                  </a:cubicBezTo>
                  <a:cubicBezTo>
                    <a:pt x="73" y="158"/>
                    <a:pt x="73" y="158"/>
                    <a:pt x="73" y="158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0" name="Freeform 95"/>
            <p:cNvSpPr/>
            <p:nvPr/>
          </p:nvSpPr>
          <p:spPr bwMode="auto">
            <a:xfrm>
              <a:off x="8105863" y="4565120"/>
              <a:ext cx="762051" cy="669528"/>
            </a:xfrm>
            <a:custGeom>
              <a:avLst/>
              <a:gdLst>
                <a:gd name="T0" fmla="*/ 17 w 218"/>
                <a:gd name="T1" fmla="*/ 19 h 192"/>
                <a:gd name="T2" fmla="*/ 43 w 218"/>
                <a:gd name="T3" fmla="*/ 5 h 192"/>
                <a:gd name="T4" fmla="*/ 122 w 218"/>
                <a:gd name="T5" fmla="*/ 14 h 192"/>
                <a:gd name="T6" fmla="*/ 169 w 218"/>
                <a:gd name="T7" fmla="*/ 115 h 192"/>
                <a:gd name="T8" fmla="*/ 218 w 218"/>
                <a:gd name="T9" fmla="*/ 177 h 192"/>
                <a:gd name="T10" fmla="*/ 205 w 218"/>
                <a:gd name="T11" fmla="*/ 192 h 192"/>
                <a:gd name="T12" fmla="*/ 146 w 218"/>
                <a:gd name="T13" fmla="*/ 130 h 192"/>
                <a:gd name="T14" fmla="*/ 117 w 218"/>
                <a:gd name="T15" fmla="*/ 67 h 192"/>
                <a:gd name="T16" fmla="*/ 115 w 218"/>
                <a:gd name="T17" fmla="*/ 150 h 192"/>
                <a:gd name="T18" fmla="*/ 32 w 218"/>
                <a:gd name="T19" fmla="*/ 158 h 192"/>
                <a:gd name="T20" fmla="*/ 17 w 218"/>
                <a:gd name="T21" fmla="*/ 1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8" h="192">
                  <a:moveTo>
                    <a:pt x="17" y="19"/>
                  </a:moveTo>
                  <a:cubicBezTo>
                    <a:pt x="17" y="19"/>
                    <a:pt x="26" y="5"/>
                    <a:pt x="43" y="5"/>
                  </a:cubicBezTo>
                  <a:cubicBezTo>
                    <a:pt x="61" y="5"/>
                    <a:pt x="105" y="0"/>
                    <a:pt x="122" y="14"/>
                  </a:cubicBezTo>
                  <a:cubicBezTo>
                    <a:pt x="142" y="31"/>
                    <a:pt x="169" y="115"/>
                    <a:pt x="169" y="115"/>
                  </a:cubicBezTo>
                  <a:cubicBezTo>
                    <a:pt x="218" y="177"/>
                    <a:pt x="218" y="177"/>
                    <a:pt x="218" y="177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17" y="67"/>
                    <a:pt x="117" y="67"/>
                    <a:pt x="117" y="67"/>
                  </a:cubicBezTo>
                  <a:cubicBezTo>
                    <a:pt x="117" y="67"/>
                    <a:pt x="109" y="108"/>
                    <a:pt x="115" y="150"/>
                  </a:cubicBezTo>
                  <a:cubicBezTo>
                    <a:pt x="115" y="150"/>
                    <a:pt x="69" y="173"/>
                    <a:pt x="32" y="158"/>
                  </a:cubicBezTo>
                  <a:cubicBezTo>
                    <a:pt x="32" y="158"/>
                    <a:pt x="0" y="43"/>
                    <a:pt x="17" y="19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1" name="Freeform 96"/>
            <p:cNvSpPr/>
            <p:nvPr/>
          </p:nvSpPr>
          <p:spPr bwMode="auto">
            <a:xfrm>
              <a:off x="8319506" y="4516336"/>
              <a:ext cx="142990" cy="185045"/>
            </a:xfrm>
            <a:custGeom>
              <a:avLst/>
              <a:gdLst>
                <a:gd name="T0" fmla="*/ 35 w 85"/>
                <a:gd name="T1" fmla="*/ 0 h 110"/>
                <a:gd name="T2" fmla="*/ 0 w 85"/>
                <a:gd name="T3" fmla="*/ 52 h 110"/>
                <a:gd name="T4" fmla="*/ 31 w 85"/>
                <a:gd name="T5" fmla="*/ 110 h 110"/>
                <a:gd name="T6" fmla="*/ 85 w 85"/>
                <a:gd name="T7" fmla="*/ 74 h 110"/>
                <a:gd name="T8" fmla="*/ 35 w 85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10">
                  <a:moveTo>
                    <a:pt x="35" y="0"/>
                  </a:moveTo>
                  <a:lnTo>
                    <a:pt x="0" y="52"/>
                  </a:lnTo>
                  <a:lnTo>
                    <a:pt x="31" y="110"/>
                  </a:lnTo>
                  <a:lnTo>
                    <a:pt x="85" y="7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2" name="Freeform 97"/>
            <p:cNvSpPr/>
            <p:nvPr/>
          </p:nvSpPr>
          <p:spPr bwMode="auto">
            <a:xfrm>
              <a:off x="8349786" y="4698016"/>
              <a:ext cx="87476" cy="422240"/>
            </a:xfrm>
            <a:custGeom>
              <a:avLst/>
              <a:gdLst>
                <a:gd name="T0" fmla="*/ 0 w 52"/>
                <a:gd name="T1" fmla="*/ 0 h 251"/>
                <a:gd name="T2" fmla="*/ 15 w 52"/>
                <a:gd name="T3" fmla="*/ 35 h 251"/>
                <a:gd name="T4" fmla="*/ 2 w 52"/>
                <a:gd name="T5" fmla="*/ 222 h 251"/>
                <a:gd name="T6" fmla="*/ 29 w 52"/>
                <a:gd name="T7" fmla="*/ 251 h 251"/>
                <a:gd name="T8" fmla="*/ 52 w 52"/>
                <a:gd name="T9" fmla="*/ 209 h 251"/>
                <a:gd name="T10" fmla="*/ 29 w 52"/>
                <a:gd name="T11" fmla="*/ 33 h 251"/>
                <a:gd name="T12" fmla="*/ 38 w 52"/>
                <a:gd name="T13" fmla="*/ 6 h 251"/>
                <a:gd name="T14" fmla="*/ 0 w 52"/>
                <a:gd name="T15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51">
                  <a:moveTo>
                    <a:pt x="0" y="0"/>
                  </a:moveTo>
                  <a:lnTo>
                    <a:pt x="15" y="35"/>
                  </a:lnTo>
                  <a:lnTo>
                    <a:pt x="2" y="222"/>
                  </a:lnTo>
                  <a:lnTo>
                    <a:pt x="29" y="251"/>
                  </a:lnTo>
                  <a:lnTo>
                    <a:pt x="52" y="209"/>
                  </a:lnTo>
                  <a:lnTo>
                    <a:pt x="29" y="33"/>
                  </a:lnTo>
                  <a:lnTo>
                    <a:pt x="3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3" name="Freeform 98"/>
            <p:cNvSpPr/>
            <p:nvPr/>
          </p:nvSpPr>
          <p:spPr bwMode="auto">
            <a:xfrm>
              <a:off x="8280815" y="4565120"/>
              <a:ext cx="163177" cy="178316"/>
            </a:xfrm>
            <a:custGeom>
              <a:avLst/>
              <a:gdLst>
                <a:gd name="T0" fmla="*/ 58 w 97"/>
                <a:gd name="T1" fmla="*/ 83 h 106"/>
                <a:gd name="T2" fmla="*/ 33 w 97"/>
                <a:gd name="T3" fmla="*/ 99 h 106"/>
                <a:gd name="T4" fmla="*/ 0 w 97"/>
                <a:gd name="T5" fmla="*/ 8 h 106"/>
                <a:gd name="T6" fmla="*/ 35 w 97"/>
                <a:gd name="T7" fmla="*/ 0 h 106"/>
                <a:gd name="T8" fmla="*/ 58 w 97"/>
                <a:gd name="T9" fmla="*/ 77 h 106"/>
                <a:gd name="T10" fmla="*/ 97 w 97"/>
                <a:gd name="T11" fmla="*/ 35 h 106"/>
                <a:gd name="T12" fmla="*/ 83 w 97"/>
                <a:gd name="T13" fmla="*/ 106 h 106"/>
                <a:gd name="T14" fmla="*/ 58 w 97"/>
                <a:gd name="T15" fmla="*/ 8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106">
                  <a:moveTo>
                    <a:pt x="58" y="83"/>
                  </a:moveTo>
                  <a:lnTo>
                    <a:pt x="33" y="99"/>
                  </a:lnTo>
                  <a:lnTo>
                    <a:pt x="0" y="8"/>
                  </a:lnTo>
                  <a:lnTo>
                    <a:pt x="35" y="0"/>
                  </a:lnTo>
                  <a:lnTo>
                    <a:pt x="58" y="77"/>
                  </a:lnTo>
                  <a:lnTo>
                    <a:pt x="97" y="35"/>
                  </a:lnTo>
                  <a:lnTo>
                    <a:pt x="83" y="106"/>
                  </a:lnTo>
                  <a:lnTo>
                    <a:pt x="58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4" name="Freeform 99"/>
            <p:cNvSpPr/>
            <p:nvPr/>
          </p:nvSpPr>
          <p:spPr bwMode="auto">
            <a:xfrm>
              <a:off x="8336328" y="4400261"/>
              <a:ext cx="213644" cy="289344"/>
            </a:xfrm>
            <a:custGeom>
              <a:avLst/>
              <a:gdLst>
                <a:gd name="T0" fmla="*/ 29 w 61"/>
                <a:gd name="T1" fmla="*/ 83 h 83"/>
                <a:gd name="T2" fmla="*/ 2 w 61"/>
                <a:gd name="T3" fmla="*/ 40 h 83"/>
                <a:gd name="T4" fmla="*/ 41 w 61"/>
                <a:gd name="T5" fmla="*/ 11 h 83"/>
                <a:gd name="T6" fmla="*/ 57 w 61"/>
                <a:gd name="T7" fmla="*/ 54 h 83"/>
                <a:gd name="T8" fmla="*/ 29 w 6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83">
                  <a:moveTo>
                    <a:pt x="29" y="83"/>
                  </a:moveTo>
                  <a:cubicBezTo>
                    <a:pt x="18" y="83"/>
                    <a:pt x="0" y="59"/>
                    <a:pt x="2" y="40"/>
                  </a:cubicBezTo>
                  <a:cubicBezTo>
                    <a:pt x="5" y="21"/>
                    <a:pt x="14" y="0"/>
                    <a:pt x="41" y="11"/>
                  </a:cubicBezTo>
                  <a:cubicBezTo>
                    <a:pt x="61" y="18"/>
                    <a:pt x="61" y="42"/>
                    <a:pt x="57" y="54"/>
                  </a:cubicBezTo>
                  <a:cubicBezTo>
                    <a:pt x="54" y="66"/>
                    <a:pt x="43" y="82"/>
                    <a:pt x="29" y="83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5" name="Freeform 100"/>
            <p:cNvSpPr/>
            <p:nvPr/>
          </p:nvSpPr>
          <p:spPr bwMode="auto">
            <a:xfrm>
              <a:off x="8322870" y="4406990"/>
              <a:ext cx="237195" cy="206915"/>
            </a:xfrm>
            <a:custGeom>
              <a:avLst/>
              <a:gdLst>
                <a:gd name="T0" fmla="*/ 63 w 68"/>
                <a:gd name="T1" fmla="*/ 35 h 59"/>
                <a:gd name="T2" fmla="*/ 60 w 68"/>
                <a:gd name="T3" fmla="*/ 31 h 59"/>
                <a:gd name="T4" fmla="*/ 21 w 68"/>
                <a:gd name="T5" fmla="*/ 48 h 59"/>
                <a:gd name="T6" fmla="*/ 13 w 68"/>
                <a:gd name="T7" fmla="*/ 41 h 59"/>
                <a:gd name="T8" fmla="*/ 11 w 68"/>
                <a:gd name="T9" fmla="*/ 59 h 59"/>
                <a:gd name="T10" fmla="*/ 5 w 68"/>
                <a:gd name="T11" fmla="*/ 45 h 59"/>
                <a:gd name="T12" fmla="*/ 27 w 68"/>
                <a:gd name="T13" fmla="*/ 3 h 59"/>
                <a:gd name="T14" fmla="*/ 63 w 68"/>
                <a:gd name="T15" fmla="*/ 3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9">
                  <a:moveTo>
                    <a:pt x="63" y="35"/>
                  </a:moveTo>
                  <a:cubicBezTo>
                    <a:pt x="60" y="31"/>
                    <a:pt x="60" y="31"/>
                    <a:pt x="60" y="31"/>
                  </a:cubicBezTo>
                  <a:cubicBezTo>
                    <a:pt x="53" y="53"/>
                    <a:pt x="29" y="27"/>
                    <a:pt x="21" y="48"/>
                  </a:cubicBezTo>
                  <a:cubicBezTo>
                    <a:pt x="21" y="48"/>
                    <a:pt x="17" y="35"/>
                    <a:pt x="13" y="41"/>
                  </a:cubicBezTo>
                  <a:cubicBezTo>
                    <a:pt x="9" y="46"/>
                    <a:pt x="11" y="59"/>
                    <a:pt x="11" y="59"/>
                  </a:cubicBezTo>
                  <a:cubicBezTo>
                    <a:pt x="11" y="59"/>
                    <a:pt x="4" y="52"/>
                    <a:pt x="5" y="45"/>
                  </a:cubicBezTo>
                  <a:cubicBezTo>
                    <a:pt x="6" y="38"/>
                    <a:pt x="0" y="6"/>
                    <a:pt x="27" y="3"/>
                  </a:cubicBezTo>
                  <a:cubicBezTo>
                    <a:pt x="54" y="0"/>
                    <a:pt x="68" y="13"/>
                    <a:pt x="63" y="3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6" name="Freeform 101"/>
            <p:cNvSpPr/>
            <p:nvPr/>
          </p:nvSpPr>
          <p:spPr bwMode="auto">
            <a:xfrm>
              <a:off x="8364927" y="5133714"/>
              <a:ext cx="58879" cy="52150"/>
            </a:xfrm>
            <a:custGeom>
              <a:avLst/>
              <a:gdLst>
                <a:gd name="T0" fmla="*/ 0 w 17"/>
                <a:gd name="T1" fmla="*/ 4 h 15"/>
                <a:gd name="T2" fmla="*/ 1 w 17"/>
                <a:gd name="T3" fmla="*/ 11 h 15"/>
                <a:gd name="T4" fmla="*/ 17 w 17"/>
                <a:gd name="T5" fmla="*/ 10 h 15"/>
                <a:gd name="T6" fmla="*/ 16 w 17"/>
                <a:gd name="T7" fmla="*/ 0 h 15"/>
                <a:gd name="T8" fmla="*/ 0 w 17"/>
                <a:gd name="T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0" y="4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5" y="15"/>
                    <a:pt x="17" y="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2"/>
                    <a:pt x="0" y="4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7" name="Freeform 102"/>
            <p:cNvSpPr/>
            <p:nvPr/>
          </p:nvSpPr>
          <p:spPr bwMode="auto">
            <a:xfrm>
              <a:off x="8255581" y="5182499"/>
              <a:ext cx="639247" cy="359997"/>
            </a:xfrm>
            <a:custGeom>
              <a:avLst/>
              <a:gdLst>
                <a:gd name="T0" fmla="*/ 0 w 380"/>
                <a:gd name="T1" fmla="*/ 31 h 214"/>
                <a:gd name="T2" fmla="*/ 150 w 380"/>
                <a:gd name="T3" fmla="*/ 214 h 214"/>
                <a:gd name="T4" fmla="*/ 380 w 380"/>
                <a:gd name="T5" fmla="*/ 166 h 214"/>
                <a:gd name="T6" fmla="*/ 214 w 380"/>
                <a:gd name="T7" fmla="*/ 0 h 214"/>
                <a:gd name="T8" fmla="*/ 0 w 380"/>
                <a:gd name="T9" fmla="*/ 3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0" h="214">
                  <a:moveTo>
                    <a:pt x="0" y="31"/>
                  </a:moveTo>
                  <a:lnTo>
                    <a:pt x="150" y="214"/>
                  </a:lnTo>
                  <a:lnTo>
                    <a:pt x="380" y="166"/>
                  </a:lnTo>
                  <a:lnTo>
                    <a:pt x="214" y="0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8" name="Freeform 103"/>
            <p:cNvSpPr/>
            <p:nvPr/>
          </p:nvSpPr>
          <p:spPr bwMode="auto">
            <a:xfrm>
              <a:off x="7954462" y="5234647"/>
              <a:ext cx="553454" cy="750275"/>
            </a:xfrm>
            <a:custGeom>
              <a:avLst/>
              <a:gdLst>
                <a:gd name="T0" fmla="*/ 329 w 329"/>
                <a:gd name="T1" fmla="*/ 183 h 446"/>
                <a:gd name="T2" fmla="*/ 115 w 329"/>
                <a:gd name="T3" fmla="*/ 446 h 446"/>
                <a:gd name="T4" fmla="*/ 0 w 329"/>
                <a:gd name="T5" fmla="*/ 295 h 446"/>
                <a:gd name="T6" fmla="*/ 179 w 329"/>
                <a:gd name="T7" fmla="*/ 0 h 446"/>
                <a:gd name="T8" fmla="*/ 329 w 329"/>
                <a:gd name="T9" fmla="*/ 183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446">
                  <a:moveTo>
                    <a:pt x="329" y="183"/>
                  </a:moveTo>
                  <a:lnTo>
                    <a:pt x="115" y="446"/>
                  </a:lnTo>
                  <a:lnTo>
                    <a:pt x="0" y="295"/>
                  </a:lnTo>
                  <a:lnTo>
                    <a:pt x="179" y="0"/>
                  </a:lnTo>
                  <a:lnTo>
                    <a:pt x="329" y="183"/>
                  </a:lnTo>
                  <a:close/>
                </a:path>
              </a:pathLst>
            </a:custGeom>
            <a:solidFill>
              <a:srgbClr val="D62D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19" name="Freeform 104"/>
            <p:cNvSpPr/>
            <p:nvPr/>
          </p:nvSpPr>
          <p:spPr bwMode="auto">
            <a:xfrm>
              <a:off x="8147918" y="5461749"/>
              <a:ext cx="746910" cy="523174"/>
            </a:xfrm>
            <a:custGeom>
              <a:avLst/>
              <a:gdLst>
                <a:gd name="T0" fmla="*/ 0 w 444"/>
                <a:gd name="T1" fmla="*/ 311 h 311"/>
                <a:gd name="T2" fmla="*/ 214 w 444"/>
                <a:gd name="T3" fmla="*/ 276 h 311"/>
                <a:gd name="T4" fmla="*/ 444 w 444"/>
                <a:gd name="T5" fmla="*/ 0 h 311"/>
                <a:gd name="T6" fmla="*/ 214 w 444"/>
                <a:gd name="T7" fmla="*/ 48 h 311"/>
                <a:gd name="T8" fmla="*/ 0 w 444"/>
                <a:gd name="T9" fmla="*/ 311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4" h="311">
                  <a:moveTo>
                    <a:pt x="0" y="311"/>
                  </a:moveTo>
                  <a:lnTo>
                    <a:pt x="214" y="276"/>
                  </a:lnTo>
                  <a:lnTo>
                    <a:pt x="444" y="0"/>
                  </a:lnTo>
                  <a:lnTo>
                    <a:pt x="214" y="48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0" name="Freeform 105"/>
            <p:cNvSpPr/>
            <p:nvPr/>
          </p:nvSpPr>
          <p:spPr bwMode="auto">
            <a:xfrm>
              <a:off x="8507916" y="5461749"/>
              <a:ext cx="719995" cy="311213"/>
            </a:xfrm>
            <a:custGeom>
              <a:avLst/>
              <a:gdLst>
                <a:gd name="T0" fmla="*/ 0 w 428"/>
                <a:gd name="T1" fmla="*/ 48 h 185"/>
                <a:gd name="T2" fmla="*/ 230 w 428"/>
                <a:gd name="T3" fmla="*/ 185 h 185"/>
                <a:gd name="T4" fmla="*/ 428 w 428"/>
                <a:gd name="T5" fmla="*/ 112 h 185"/>
                <a:gd name="T6" fmla="*/ 230 w 428"/>
                <a:gd name="T7" fmla="*/ 0 h 185"/>
                <a:gd name="T8" fmla="*/ 0 w 428"/>
                <a:gd name="T9" fmla="*/ 48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185">
                  <a:moveTo>
                    <a:pt x="0" y="48"/>
                  </a:moveTo>
                  <a:lnTo>
                    <a:pt x="230" y="185"/>
                  </a:lnTo>
                  <a:lnTo>
                    <a:pt x="428" y="112"/>
                  </a:lnTo>
                  <a:lnTo>
                    <a:pt x="230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1" name="Freeform 106"/>
            <p:cNvSpPr/>
            <p:nvPr/>
          </p:nvSpPr>
          <p:spPr bwMode="auto">
            <a:xfrm>
              <a:off x="8894829" y="5542496"/>
              <a:ext cx="385231" cy="230466"/>
            </a:xfrm>
            <a:custGeom>
              <a:avLst/>
              <a:gdLst>
                <a:gd name="T0" fmla="*/ 0 w 110"/>
                <a:gd name="T1" fmla="*/ 66 h 66"/>
                <a:gd name="T2" fmla="*/ 47 w 110"/>
                <a:gd name="T3" fmla="*/ 20 h 66"/>
                <a:gd name="T4" fmla="*/ 95 w 110"/>
                <a:gd name="T5" fmla="*/ 31 h 66"/>
                <a:gd name="T6" fmla="*/ 0 w 110"/>
                <a:gd name="T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66">
                  <a:moveTo>
                    <a:pt x="0" y="66"/>
                  </a:moveTo>
                  <a:cubicBezTo>
                    <a:pt x="0" y="66"/>
                    <a:pt x="1" y="34"/>
                    <a:pt x="47" y="20"/>
                  </a:cubicBezTo>
                  <a:cubicBezTo>
                    <a:pt x="110" y="0"/>
                    <a:pt x="95" y="31"/>
                    <a:pt x="95" y="31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rgbClr val="BE1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2" name="Freeform 107"/>
            <p:cNvSpPr/>
            <p:nvPr/>
          </p:nvSpPr>
          <p:spPr bwMode="auto">
            <a:xfrm>
              <a:off x="8615578" y="5105116"/>
              <a:ext cx="356633" cy="356633"/>
            </a:xfrm>
            <a:custGeom>
              <a:avLst/>
              <a:gdLst>
                <a:gd name="T0" fmla="*/ 0 w 212"/>
                <a:gd name="T1" fmla="*/ 46 h 212"/>
                <a:gd name="T2" fmla="*/ 85 w 212"/>
                <a:gd name="T3" fmla="*/ 0 h 212"/>
                <a:gd name="T4" fmla="*/ 212 w 212"/>
                <a:gd name="T5" fmla="*/ 127 h 212"/>
                <a:gd name="T6" fmla="*/ 166 w 212"/>
                <a:gd name="T7" fmla="*/ 212 h 212"/>
                <a:gd name="T8" fmla="*/ 0 w 212"/>
                <a:gd name="T9" fmla="*/ 4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12">
                  <a:moveTo>
                    <a:pt x="0" y="46"/>
                  </a:moveTo>
                  <a:lnTo>
                    <a:pt x="85" y="0"/>
                  </a:lnTo>
                  <a:lnTo>
                    <a:pt x="212" y="127"/>
                  </a:lnTo>
                  <a:lnTo>
                    <a:pt x="166" y="21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3" name="Freeform 108"/>
            <p:cNvSpPr/>
            <p:nvPr/>
          </p:nvSpPr>
          <p:spPr bwMode="auto">
            <a:xfrm>
              <a:off x="8147918" y="5207732"/>
              <a:ext cx="359997" cy="334764"/>
            </a:xfrm>
            <a:custGeom>
              <a:avLst/>
              <a:gdLst>
                <a:gd name="T0" fmla="*/ 214 w 214"/>
                <a:gd name="T1" fmla="*/ 199 h 199"/>
                <a:gd name="T2" fmla="*/ 141 w 214"/>
                <a:gd name="T3" fmla="*/ 172 h 199"/>
                <a:gd name="T4" fmla="*/ 0 w 214"/>
                <a:gd name="T5" fmla="*/ 0 h 199"/>
                <a:gd name="T6" fmla="*/ 64 w 214"/>
                <a:gd name="T7" fmla="*/ 16 h 199"/>
                <a:gd name="T8" fmla="*/ 214 w 214"/>
                <a:gd name="T9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199">
                  <a:moveTo>
                    <a:pt x="214" y="199"/>
                  </a:moveTo>
                  <a:lnTo>
                    <a:pt x="141" y="172"/>
                  </a:lnTo>
                  <a:lnTo>
                    <a:pt x="0" y="0"/>
                  </a:lnTo>
                  <a:lnTo>
                    <a:pt x="64" y="16"/>
                  </a:lnTo>
                  <a:lnTo>
                    <a:pt x="214" y="199"/>
                  </a:lnTo>
                  <a:close/>
                </a:path>
              </a:pathLst>
            </a:cu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4" name="Freeform 109"/>
            <p:cNvSpPr/>
            <p:nvPr/>
          </p:nvSpPr>
          <p:spPr bwMode="auto">
            <a:xfrm>
              <a:off x="8423804" y="5182499"/>
              <a:ext cx="471024" cy="359997"/>
            </a:xfrm>
            <a:custGeom>
              <a:avLst/>
              <a:gdLst>
                <a:gd name="T0" fmla="*/ 114 w 280"/>
                <a:gd name="T1" fmla="*/ 0 h 214"/>
                <a:gd name="T2" fmla="*/ 0 w 280"/>
                <a:gd name="T3" fmla="*/ 151 h 214"/>
                <a:gd name="T4" fmla="*/ 50 w 280"/>
                <a:gd name="T5" fmla="*/ 214 h 214"/>
                <a:gd name="T6" fmla="*/ 280 w 280"/>
                <a:gd name="T7" fmla="*/ 166 h 214"/>
                <a:gd name="T8" fmla="*/ 114 w 280"/>
                <a:gd name="T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214">
                  <a:moveTo>
                    <a:pt x="114" y="0"/>
                  </a:moveTo>
                  <a:lnTo>
                    <a:pt x="0" y="151"/>
                  </a:lnTo>
                  <a:lnTo>
                    <a:pt x="50" y="214"/>
                  </a:lnTo>
                  <a:lnTo>
                    <a:pt x="280" y="166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6D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5" name="Freeform 110"/>
            <p:cNvSpPr/>
            <p:nvPr/>
          </p:nvSpPr>
          <p:spPr bwMode="auto">
            <a:xfrm>
              <a:off x="8206797" y="5248105"/>
              <a:ext cx="100934" cy="116074"/>
            </a:xfrm>
            <a:custGeom>
              <a:avLst/>
              <a:gdLst>
                <a:gd name="T0" fmla="*/ 10 w 29"/>
                <a:gd name="T1" fmla="*/ 4 h 33"/>
                <a:gd name="T2" fmla="*/ 23 w 29"/>
                <a:gd name="T3" fmla="*/ 7 h 33"/>
                <a:gd name="T4" fmla="*/ 28 w 29"/>
                <a:gd name="T5" fmla="*/ 13 h 33"/>
                <a:gd name="T6" fmla="*/ 23 w 29"/>
                <a:gd name="T7" fmla="*/ 10 h 33"/>
                <a:gd name="T8" fmla="*/ 18 w 29"/>
                <a:gd name="T9" fmla="*/ 10 h 33"/>
                <a:gd name="T10" fmla="*/ 25 w 29"/>
                <a:gd name="T11" fmla="*/ 18 h 33"/>
                <a:gd name="T12" fmla="*/ 29 w 29"/>
                <a:gd name="T13" fmla="*/ 28 h 33"/>
                <a:gd name="T14" fmla="*/ 27 w 29"/>
                <a:gd name="T15" fmla="*/ 28 h 33"/>
                <a:gd name="T16" fmla="*/ 23 w 29"/>
                <a:gd name="T17" fmla="*/ 21 h 33"/>
                <a:gd name="T18" fmla="*/ 20 w 29"/>
                <a:gd name="T19" fmla="*/ 18 h 33"/>
                <a:gd name="T20" fmla="*/ 21 w 29"/>
                <a:gd name="T21" fmla="*/ 24 h 33"/>
                <a:gd name="T22" fmla="*/ 18 w 29"/>
                <a:gd name="T23" fmla="*/ 33 h 33"/>
                <a:gd name="T24" fmla="*/ 17 w 29"/>
                <a:gd name="T25" fmla="*/ 27 h 33"/>
                <a:gd name="T26" fmla="*/ 16 w 29"/>
                <a:gd name="T27" fmla="*/ 21 h 33"/>
                <a:gd name="T28" fmla="*/ 14 w 29"/>
                <a:gd name="T29" fmla="*/ 26 h 33"/>
                <a:gd name="T30" fmla="*/ 10 w 29"/>
                <a:gd name="T31" fmla="*/ 29 h 33"/>
                <a:gd name="T32" fmla="*/ 10 w 29"/>
                <a:gd name="T33" fmla="*/ 27 h 33"/>
                <a:gd name="T34" fmla="*/ 9 w 29"/>
                <a:gd name="T35" fmla="*/ 27 h 33"/>
                <a:gd name="T36" fmla="*/ 9 w 29"/>
                <a:gd name="T37" fmla="*/ 24 h 33"/>
                <a:gd name="T38" fmla="*/ 8 w 29"/>
                <a:gd name="T39" fmla="*/ 19 h 33"/>
                <a:gd name="T40" fmla="*/ 2 w 29"/>
                <a:gd name="T41" fmla="*/ 7 h 33"/>
                <a:gd name="T42" fmla="*/ 0 w 29"/>
                <a:gd name="T43" fmla="*/ 0 h 33"/>
                <a:gd name="T44" fmla="*/ 10 w 29"/>
                <a:gd name="T45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" h="33">
                  <a:moveTo>
                    <a:pt x="10" y="4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4"/>
                    <a:pt x="23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8"/>
                    <a:pt x="28" y="30"/>
                    <a:pt x="27" y="28"/>
                  </a:cubicBezTo>
                  <a:cubicBezTo>
                    <a:pt x="25" y="27"/>
                    <a:pt x="23" y="21"/>
                    <a:pt x="23" y="21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5" y="32"/>
                    <a:pt x="17" y="27"/>
                  </a:cubicBezTo>
                  <a:cubicBezTo>
                    <a:pt x="18" y="24"/>
                    <a:pt x="16" y="21"/>
                    <a:pt x="16" y="21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2" y="30"/>
                    <a:pt x="10" y="29"/>
                  </a:cubicBezTo>
                  <a:cubicBezTo>
                    <a:pt x="9" y="29"/>
                    <a:pt x="10" y="27"/>
                    <a:pt x="10" y="27"/>
                  </a:cubicBezTo>
                  <a:cubicBezTo>
                    <a:pt x="10" y="27"/>
                    <a:pt x="9" y="28"/>
                    <a:pt x="9" y="27"/>
                  </a:cubicBezTo>
                  <a:cubicBezTo>
                    <a:pt x="8" y="26"/>
                    <a:pt x="9" y="24"/>
                    <a:pt x="9" y="24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0" y="13"/>
                    <a:pt x="2" y="7"/>
                  </a:cubicBezTo>
                  <a:cubicBezTo>
                    <a:pt x="3" y="5"/>
                    <a:pt x="0" y="0"/>
                    <a:pt x="0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6" name="Freeform 111"/>
            <p:cNvSpPr/>
            <p:nvPr/>
          </p:nvSpPr>
          <p:spPr bwMode="auto">
            <a:xfrm>
              <a:off x="8126050" y="4533158"/>
              <a:ext cx="151401" cy="743546"/>
            </a:xfrm>
            <a:custGeom>
              <a:avLst/>
              <a:gdLst>
                <a:gd name="T0" fmla="*/ 42 w 43"/>
                <a:gd name="T1" fmla="*/ 41 h 213"/>
                <a:gd name="T2" fmla="*/ 30 w 43"/>
                <a:gd name="T3" fmla="*/ 121 h 213"/>
                <a:gd name="T4" fmla="*/ 37 w 43"/>
                <a:gd name="T5" fmla="*/ 208 h 213"/>
                <a:gd name="T6" fmla="*/ 22 w 43"/>
                <a:gd name="T7" fmla="*/ 213 h 213"/>
                <a:gd name="T8" fmla="*/ 0 w 43"/>
                <a:gd name="T9" fmla="*/ 126 h 213"/>
                <a:gd name="T10" fmla="*/ 6 w 43"/>
                <a:gd name="T11" fmla="*/ 37 h 213"/>
                <a:gd name="T12" fmla="*/ 42 w 43"/>
                <a:gd name="T13" fmla="*/ 4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13">
                  <a:moveTo>
                    <a:pt x="42" y="41"/>
                  </a:moveTo>
                  <a:cubicBezTo>
                    <a:pt x="43" y="57"/>
                    <a:pt x="30" y="121"/>
                    <a:pt x="30" y="121"/>
                  </a:cubicBezTo>
                  <a:cubicBezTo>
                    <a:pt x="37" y="208"/>
                    <a:pt x="37" y="208"/>
                    <a:pt x="37" y="208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6"/>
                    <a:pt x="2" y="58"/>
                    <a:pt x="6" y="37"/>
                  </a:cubicBezTo>
                  <a:cubicBezTo>
                    <a:pt x="8" y="27"/>
                    <a:pt x="40" y="0"/>
                    <a:pt x="42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7" name="Freeform 112"/>
            <p:cNvSpPr/>
            <p:nvPr/>
          </p:nvSpPr>
          <p:spPr bwMode="auto">
            <a:xfrm>
              <a:off x="10191829" y="4127740"/>
              <a:ext cx="80747" cy="223737"/>
            </a:xfrm>
            <a:custGeom>
              <a:avLst/>
              <a:gdLst>
                <a:gd name="T0" fmla="*/ 10 w 23"/>
                <a:gd name="T1" fmla="*/ 50 h 64"/>
                <a:gd name="T2" fmla="*/ 2 w 23"/>
                <a:gd name="T3" fmla="*/ 43 h 64"/>
                <a:gd name="T4" fmla="*/ 8 w 23"/>
                <a:gd name="T5" fmla="*/ 0 h 64"/>
                <a:gd name="T6" fmla="*/ 15 w 23"/>
                <a:gd name="T7" fmla="*/ 17 h 64"/>
                <a:gd name="T8" fmla="*/ 16 w 23"/>
                <a:gd name="T9" fmla="*/ 39 h 64"/>
                <a:gd name="T10" fmla="*/ 23 w 23"/>
                <a:gd name="T11" fmla="*/ 64 h 64"/>
                <a:gd name="T12" fmla="*/ 10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0" y="50"/>
                  </a:moveTo>
                  <a:cubicBezTo>
                    <a:pt x="10" y="50"/>
                    <a:pt x="3" y="46"/>
                    <a:pt x="2" y="43"/>
                  </a:cubicBezTo>
                  <a:cubicBezTo>
                    <a:pt x="0" y="33"/>
                    <a:pt x="8" y="0"/>
                    <a:pt x="8" y="0"/>
                  </a:cubicBezTo>
                  <a:cubicBezTo>
                    <a:pt x="8" y="0"/>
                    <a:pt x="11" y="13"/>
                    <a:pt x="15" y="17"/>
                  </a:cubicBezTo>
                  <a:cubicBezTo>
                    <a:pt x="19" y="22"/>
                    <a:pt x="14" y="35"/>
                    <a:pt x="16" y="39"/>
                  </a:cubicBezTo>
                  <a:cubicBezTo>
                    <a:pt x="19" y="43"/>
                    <a:pt x="23" y="64"/>
                    <a:pt x="23" y="64"/>
                  </a:cubicBezTo>
                  <a:lnTo>
                    <a:pt x="10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8" name="Freeform 113"/>
            <p:cNvSpPr/>
            <p:nvPr/>
          </p:nvSpPr>
          <p:spPr bwMode="auto">
            <a:xfrm>
              <a:off x="9818374" y="4082320"/>
              <a:ext cx="255699" cy="269157"/>
            </a:xfrm>
            <a:custGeom>
              <a:avLst/>
              <a:gdLst>
                <a:gd name="T0" fmla="*/ 5 w 73"/>
                <a:gd name="T1" fmla="*/ 37 h 77"/>
                <a:gd name="T2" fmla="*/ 32 w 73"/>
                <a:gd name="T3" fmla="*/ 60 h 77"/>
                <a:gd name="T4" fmla="*/ 36 w 73"/>
                <a:gd name="T5" fmla="*/ 77 h 77"/>
                <a:gd name="T6" fmla="*/ 60 w 73"/>
                <a:gd name="T7" fmla="*/ 72 h 77"/>
                <a:gd name="T8" fmla="*/ 72 w 73"/>
                <a:gd name="T9" fmla="*/ 34 h 77"/>
                <a:gd name="T10" fmla="*/ 73 w 73"/>
                <a:gd name="T11" fmla="*/ 28 h 77"/>
                <a:gd name="T12" fmla="*/ 32 w 73"/>
                <a:gd name="T13" fmla="*/ 0 h 77"/>
                <a:gd name="T14" fmla="*/ 27 w 73"/>
                <a:gd name="T15" fmla="*/ 0 h 77"/>
                <a:gd name="T16" fmla="*/ 5 w 73"/>
                <a:gd name="T17" fmla="*/ 3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5" y="37"/>
                  </a:moveTo>
                  <a:cubicBezTo>
                    <a:pt x="10" y="53"/>
                    <a:pt x="26" y="55"/>
                    <a:pt x="32" y="60"/>
                  </a:cubicBezTo>
                  <a:cubicBezTo>
                    <a:pt x="38" y="66"/>
                    <a:pt x="36" y="77"/>
                    <a:pt x="36" y="77"/>
                  </a:cubicBezTo>
                  <a:cubicBezTo>
                    <a:pt x="36" y="77"/>
                    <a:pt x="63" y="77"/>
                    <a:pt x="60" y="72"/>
                  </a:cubicBezTo>
                  <a:cubicBezTo>
                    <a:pt x="58" y="68"/>
                    <a:pt x="69" y="46"/>
                    <a:pt x="72" y="34"/>
                  </a:cubicBezTo>
                  <a:cubicBezTo>
                    <a:pt x="73" y="31"/>
                    <a:pt x="73" y="29"/>
                    <a:pt x="73" y="28"/>
                  </a:cubicBezTo>
                  <a:cubicBezTo>
                    <a:pt x="71" y="19"/>
                    <a:pt x="49" y="1"/>
                    <a:pt x="32" y="0"/>
                  </a:cubicBezTo>
                  <a:cubicBezTo>
                    <a:pt x="30" y="0"/>
                    <a:pt x="28" y="0"/>
                    <a:pt x="27" y="0"/>
                  </a:cubicBezTo>
                  <a:cubicBezTo>
                    <a:pt x="10" y="3"/>
                    <a:pt x="0" y="20"/>
                    <a:pt x="5" y="3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29" name="Freeform 114"/>
            <p:cNvSpPr/>
            <p:nvPr/>
          </p:nvSpPr>
          <p:spPr bwMode="auto">
            <a:xfrm>
              <a:off x="9786411" y="4065498"/>
              <a:ext cx="168223" cy="247288"/>
            </a:xfrm>
            <a:custGeom>
              <a:avLst/>
              <a:gdLst>
                <a:gd name="T0" fmla="*/ 47 w 48"/>
                <a:gd name="T1" fmla="*/ 6 h 71"/>
                <a:gd name="T2" fmla="*/ 27 w 48"/>
                <a:gd name="T3" fmla="*/ 5 h 71"/>
                <a:gd name="T4" fmla="*/ 13 w 48"/>
                <a:gd name="T5" fmla="*/ 56 h 71"/>
                <a:gd name="T6" fmla="*/ 41 w 48"/>
                <a:gd name="T7" fmla="*/ 69 h 71"/>
                <a:gd name="T8" fmla="*/ 41 w 48"/>
                <a:gd name="T9" fmla="*/ 48 h 71"/>
                <a:gd name="T10" fmla="*/ 41 w 48"/>
                <a:gd name="T11" fmla="*/ 32 h 71"/>
                <a:gd name="T12" fmla="*/ 47 w 48"/>
                <a:gd name="T13" fmla="*/ 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1">
                  <a:moveTo>
                    <a:pt x="47" y="6"/>
                  </a:moveTo>
                  <a:cubicBezTo>
                    <a:pt x="47" y="6"/>
                    <a:pt x="39" y="0"/>
                    <a:pt x="27" y="5"/>
                  </a:cubicBezTo>
                  <a:cubicBezTo>
                    <a:pt x="7" y="13"/>
                    <a:pt x="0" y="36"/>
                    <a:pt x="13" y="56"/>
                  </a:cubicBezTo>
                  <a:cubicBezTo>
                    <a:pt x="22" y="71"/>
                    <a:pt x="41" y="69"/>
                    <a:pt x="41" y="69"/>
                  </a:cubicBezTo>
                  <a:cubicBezTo>
                    <a:pt x="48" y="64"/>
                    <a:pt x="48" y="58"/>
                    <a:pt x="41" y="48"/>
                  </a:cubicBezTo>
                  <a:cubicBezTo>
                    <a:pt x="34" y="37"/>
                    <a:pt x="41" y="32"/>
                    <a:pt x="41" y="32"/>
                  </a:cubicBezTo>
                  <a:cubicBezTo>
                    <a:pt x="41" y="32"/>
                    <a:pt x="22" y="18"/>
                    <a:pt x="47" y="6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0" name="Freeform 115"/>
            <p:cNvSpPr/>
            <p:nvPr/>
          </p:nvSpPr>
          <p:spPr bwMode="auto">
            <a:xfrm>
              <a:off x="9789775" y="4279141"/>
              <a:ext cx="640930" cy="571958"/>
            </a:xfrm>
            <a:custGeom>
              <a:avLst/>
              <a:gdLst>
                <a:gd name="T0" fmla="*/ 134 w 183"/>
                <a:gd name="T1" fmla="*/ 0 h 164"/>
                <a:gd name="T2" fmla="*/ 171 w 183"/>
                <a:gd name="T3" fmla="*/ 73 h 164"/>
                <a:gd name="T4" fmla="*/ 119 w 183"/>
                <a:gd name="T5" fmla="*/ 59 h 164"/>
                <a:gd name="T6" fmla="*/ 136 w 183"/>
                <a:gd name="T7" fmla="*/ 160 h 164"/>
                <a:gd name="T8" fmla="*/ 66 w 183"/>
                <a:gd name="T9" fmla="*/ 164 h 164"/>
                <a:gd name="T10" fmla="*/ 44 w 183"/>
                <a:gd name="T11" fmla="*/ 91 h 164"/>
                <a:gd name="T12" fmla="*/ 30 w 183"/>
                <a:gd name="T13" fmla="*/ 19 h 164"/>
                <a:gd name="T14" fmla="*/ 95 w 183"/>
                <a:gd name="T15" fmla="*/ 19 h 164"/>
                <a:gd name="T16" fmla="*/ 136 w 183"/>
                <a:gd name="T17" fmla="*/ 40 h 164"/>
                <a:gd name="T18" fmla="*/ 123 w 183"/>
                <a:gd name="T19" fmla="*/ 8 h 164"/>
                <a:gd name="T20" fmla="*/ 134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134" y="0"/>
                  </a:moveTo>
                  <a:cubicBezTo>
                    <a:pt x="134" y="0"/>
                    <a:pt x="183" y="58"/>
                    <a:pt x="171" y="73"/>
                  </a:cubicBezTo>
                  <a:cubicBezTo>
                    <a:pt x="163" y="84"/>
                    <a:pt x="119" y="59"/>
                    <a:pt x="119" y="59"/>
                  </a:cubicBezTo>
                  <a:cubicBezTo>
                    <a:pt x="119" y="59"/>
                    <a:pt x="137" y="104"/>
                    <a:pt x="136" y="160"/>
                  </a:cubicBezTo>
                  <a:cubicBezTo>
                    <a:pt x="66" y="164"/>
                    <a:pt x="66" y="164"/>
                    <a:pt x="66" y="164"/>
                  </a:cubicBezTo>
                  <a:cubicBezTo>
                    <a:pt x="66" y="164"/>
                    <a:pt x="66" y="121"/>
                    <a:pt x="44" y="91"/>
                  </a:cubicBezTo>
                  <a:cubicBezTo>
                    <a:pt x="24" y="64"/>
                    <a:pt x="0" y="21"/>
                    <a:pt x="30" y="19"/>
                  </a:cubicBezTo>
                  <a:cubicBezTo>
                    <a:pt x="61" y="16"/>
                    <a:pt x="79" y="14"/>
                    <a:pt x="95" y="19"/>
                  </a:cubicBezTo>
                  <a:cubicBezTo>
                    <a:pt x="106" y="22"/>
                    <a:pt x="136" y="40"/>
                    <a:pt x="136" y="40"/>
                  </a:cubicBezTo>
                  <a:cubicBezTo>
                    <a:pt x="123" y="8"/>
                    <a:pt x="123" y="8"/>
                    <a:pt x="123" y="8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1" name="Freeform 116"/>
            <p:cNvSpPr/>
            <p:nvPr/>
          </p:nvSpPr>
          <p:spPr bwMode="auto">
            <a:xfrm>
              <a:off x="9846971" y="4082320"/>
              <a:ext cx="227102" cy="174952"/>
            </a:xfrm>
            <a:custGeom>
              <a:avLst/>
              <a:gdLst>
                <a:gd name="T0" fmla="*/ 19 w 65"/>
                <a:gd name="T1" fmla="*/ 30 h 50"/>
                <a:gd name="T2" fmla="*/ 18 w 65"/>
                <a:gd name="T3" fmla="*/ 47 h 50"/>
                <a:gd name="T4" fmla="*/ 30 w 65"/>
                <a:gd name="T5" fmla="*/ 39 h 50"/>
                <a:gd name="T6" fmla="*/ 64 w 65"/>
                <a:gd name="T7" fmla="*/ 34 h 50"/>
                <a:gd name="T8" fmla="*/ 65 w 65"/>
                <a:gd name="T9" fmla="*/ 28 h 50"/>
                <a:gd name="T10" fmla="*/ 24 w 65"/>
                <a:gd name="T11" fmla="*/ 0 h 50"/>
                <a:gd name="T12" fmla="*/ 8 w 65"/>
                <a:gd name="T13" fmla="*/ 13 h 50"/>
                <a:gd name="T14" fmla="*/ 19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19" y="30"/>
                  </a:moveTo>
                  <a:cubicBezTo>
                    <a:pt x="11" y="31"/>
                    <a:pt x="0" y="43"/>
                    <a:pt x="18" y="47"/>
                  </a:cubicBezTo>
                  <a:cubicBezTo>
                    <a:pt x="31" y="50"/>
                    <a:pt x="30" y="39"/>
                    <a:pt x="30" y="39"/>
                  </a:cubicBezTo>
                  <a:cubicBezTo>
                    <a:pt x="43" y="49"/>
                    <a:pt x="55" y="39"/>
                    <a:pt x="64" y="34"/>
                  </a:cubicBezTo>
                  <a:cubicBezTo>
                    <a:pt x="65" y="31"/>
                    <a:pt x="65" y="29"/>
                    <a:pt x="65" y="28"/>
                  </a:cubicBezTo>
                  <a:cubicBezTo>
                    <a:pt x="63" y="19"/>
                    <a:pt x="41" y="1"/>
                    <a:pt x="24" y="0"/>
                  </a:cubicBezTo>
                  <a:cubicBezTo>
                    <a:pt x="9" y="4"/>
                    <a:pt x="8" y="13"/>
                    <a:pt x="8" y="13"/>
                  </a:cubicBezTo>
                  <a:cubicBezTo>
                    <a:pt x="18" y="17"/>
                    <a:pt x="19" y="30"/>
                    <a:pt x="19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2" name="Freeform 117"/>
            <p:cNvSpPr/>
            <p:nvPr/>
          </p:nvSpPr>
          <p:spPr bwMode="auto">
            <a:xfrm>
              <a:off x="10020241" y="4321197"/>
              <a:ext cx="196821" cy="380184"/>
            </a:xfrm>
            <a:custGeom>
              <a:avLst/>
              <a:gdLst>
                <a:gd name="T0" fmla="*/ 0 w 56"/>
                <a:gd name="T1" fmla="*/ 7 h 109"/>
                <a:gd name="T2" fmla="*/ 2 w 56"/>
                <a:gd name="T3" fmla="*/ 0 h 109"/>
                <a:gd name="T4" fmla="*/ 12 w 56"/>
                <a:gd name="T5" fmla="*/ 7 h 109"/>
                <a:gd name="T6" fmla="*/ 15 w 56"/>
                <a:gd name="T7" fmla="*/ 17 h 109"/>
                <a:gd name="T8" fmla="*/ 56 w 56"/>
                <a:gd name="T9" fmla="*/ 94 h 109"/>
                <a:gd name="T10" fmla="*/ 50 w 56"/>
                <a:gd name="T11" fmla="*/ 109 h 109"/>
                <a:gd name="T12" fmla="*/ 39 w 56"/>
                <a:gd name="T13" fmla="*/ 99 h 109"/>
                <a:gd name="T14" fmla="*/ 10 w 56"/>
                <a:gd name="T15" fmla="*/ 18 h 109"/>
                <a:gd name="T16" fmla="*/ 0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0" y="7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34" y="42"/>
                    <a:pt x="56" y="94"/>
                    <a:pt x="56" y="94"/>
                  </a:cubicBezTo>
                  <a:cubicBezTo>
                    <a:pt x="50" y="109"/>
                    <a:pt x="50" y="109"/>
                    <a:pt x="50" y="109"/>
                  </a:cubicBezTo>
                  <a:cubicBezTo>
                    <a:pt x="39" y="99"/>
                    <a:pt x="39" y="99"/>
                    <a:pt x="39" y="99"/>
                  </a:cubicBezTo>
                  <a:cubicBezTo>
                    <a:pt x="40" y="74"/>
                    <a:pt x="10" y="18"/>
                    <a:pt x="10" y="18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3" name="Freeform 118"/>
            <p:cNvSpPr/>
            <p:nvPr/>
          </p:nvSpPr>
          <p:spPr bwMode="auto">
            <a:xfrm>
              <a:off x="9929401" y="4306056"/>
              <a:ext cx="158130" cy="67289"/>
            </a:xfrm>
            <a:custGeom>
              <a:avLst/>
              <a:gdLst>
                <a:gd name="T0" fmla="*/ 41 w 45"/>
                <a:gd name="T1" fmla="*/ 10 h 19"/>
                <a:gd name="T2" fmla="*/ 45 w 45"/>
                <a:gd name="T3" fmla="*/ 18 h 19"/>
                <a:gd name="T4" fmla="*/ 31 w 45"/>
                <a:gd name="T5" fmla="*/ 9 h 19"/>
                <a:gd name="T6" fmla="*/ 24 w 45"/>
                <a:gd name="T7" fmla="*/ 18 h 19"/>
                <a:gd name="T8" fmla="*/ 0 w 45"/>
                <a:gd name="T9" fmla="*/ 10 h 19"/>
                <a:gd name="T10" fmla="*/ 2 w 45"/>
                <a:gd name="T11" fmla="*/ 0 h 19"/>
                <a:gd name="T12" fmla="*/ 28 w 45"/>
                <a:gd name="T13" fmla="*/ 4 h 19"/>
                <a:gd name="T14" fmla="*/ 29 w 45"/>
                <a:gd name="T15" fmla="*/ 2 h 19"/>
                <a:gd name="T16" fmla="*/ 41 w 45"/>
                <a:gd name="T17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9">
                  <a:moveTo>
                    <a:pt x="41" y="10"/>
                  </a:moveTo>
                  <a:cubicBezTo>
                    <a:pt x="45" y="18"/>
                    <a:pt x="45" y="18"/>
                    <a:pt x="45" y="1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27" y="17"/>
                    <a:pt x="24" y="18"/>
                  </a:cubicBezTo>
                  <a:cubicBezTo>
                    <a:pt x="22" y="19"/>
                    <a:pt x="0" y="10"/>
                    <a:pt x="0" y="1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9" y="2"/>
                    <a:pt x="29" y="2"/>
                    <a:pt x="29" y="2"/>
                  </a:cubicBezTo>
                  <a:lnTo>
                    <a:pt x="41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4" name="Freeform 119"/>
            <p:cNvSpPr/>
            <p:nvPr/>
          </p:nvSpPr>
          <p:spPr bwMode="auto">
            <a:xfrm>
              <a:off x="10080801" y="4270730"/>
              <a:ext cx="104298" cy="99252"/>
            </a:xfrm>
            <a:custGeom>
              <a:avLst/>
              <a:gdLst>
                <a:gd name="T0" fmla="*/ 19 w 30"/>
                <a:gd name="T1" fmla="*/ 26 h 28"/>
                <a:gd name="T2" fmla="*/ 30 w 30"/>
                <a:gd name="T3" fmla="*/ 10 h 28"/>
                <a:gd name="T4" fmla="*/ 5 w 30"/>
                <a:gd name="T5" fmla="*/ 6 h 28"/>
                <a:gd name="T6" fmla="*/ 3 w 30"/>
                <a:gd name="T7" fmla="*/ 2 h 28"/>
                <a:gd name="T8" fmla="*/ 1 w 30"/>
                <a:gd name="T9" fmla="*/ 11 h 28"/>
                <a:gd name="T10" fmla="*/ 7 w 30"/>
                <a:gd name="T11" fmla="*/ 19 h 28"/>
                <a:gd name="T12" fmla="*/ 19 w 30"/>
                <a:gd name="T1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8">
                  <a:moveTo>
                    <a:pt x="19" y="26"/>
                  </a:moveTo>
                  <a:cubicBezTo>
                    <a:pt x="23" y="17"/>
                    <a:pt x="30" y="22"/>
                    <a:pt x="30" y="10"/>
                  </a:cubicBezTo>
                  <a:cubicBezTo>
                    <a:pt x="30" y="5"/>
                    <a:pt x="5" y="6"/>
                    <a:pt x="5" y="6"/>
                  </a:cubicBezTo>
                  <a:cubicBezTo>
                    <a:pt x="5" y="6"/>
                    <a:pt x="9" y="0"/>
                    <a:pt x="3" y="2"/>
                  </a:cubicBezTo>
                  <a:cubicBezTo>
                    <a:pt x="0" y="3"/>
                    <a:pt x="0" y="9"/>
                    <a:pt x="1" y="11"/>
                  </a:cubicBezTo>
                  <a:cubicBezTo>
                    <a:pt x="3" y="16"/>
                    <a:pt x="8" y="17"/>
                    <a:pt x="7" y="19"/>
                  </a:cubicBezTo>
                  <a:cubicBezTo>
                    <a:pt x="6" y="28"/>
                    <a:pt x="19" y="26"/>
                    <a:pt x="19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5" name="Freeform 120"/>
            <p:cNvSpPr/>
            <p:nvPr/>
          </p:nvSpPr>
          <p:spPr bwMode="auto">
            <a:xfrm>
              <a:off x="9818374" y="4334655"/>
              <a:ext cx="339811" cy="328035"/>
            </a:xfrm>
            <a:custGeom>
              <a:avLst/>
              <a:gdLst>
                <a:gd name="T0" fmla="*/ 82 w 97"/>
                <a:gd name="T1" fmla="*/ 1 h 94"/>
                <a:gd name="T2" fmla="*/ 97 w 97"/>
                <a:gd name="T3" fmla="*/ 4 h 94"/>
                <a:gd name="T4" fmla="*/ 69 w 97"/>
                <a:gd name="T5" fmla="*/ 89 h 94"/>
                <a:gd name="T6" fmla="*/ 5 w 97"/>
                <a:gd name="T7" fmla="*/ 15 h 94"/>
                <a:gd name="T8" fmla="*/ 21 w 97"/>
                <a:gd name="T9" fmla="*/ 1 h 94"/>
                <a:gd name="T10" fmla="*/ 64 w 97"/>
                <a:gd name="T11" fmla="*/ 56 h 94"/>
                <a:gd name="T12" fmla="*/ 82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82" y="1"/>
                  </a:move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1" y="85"/>
                    <a:pt x="69" y="89"/>
                  </a:cubicBezTo>
                  <a:cubicBezTo>
                    <a:pt x="45" y="94"/>
                    <a:pt x="0" y="39"/>
                    <a:pt x="5" y="15"/>
                  </a:cubicBezTo>
                  <a:cubicBezTo>
                    <a:pt x="6" y="10"/>
                    <a:pt x="16" y="0"/>
                    <a:pt x="21" y="1"/>
                  </a:cubicBezTo>
                  <a:cubicBezTo>
                    <a:pt x="37" y="2"/>
                    <a:pt x="64" y="56"/>
                    <a:pt x="64" y="56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6" name="Freeform 121"/>
            <p:cNvSpPr/>
            <p:nvPr/>
          </p:nvSpPr>
          <p:spPr bwMode="auto">
            <a:xfrm>
              <a:off x="9863793" y="4809044"/>
              <a:ext cx="499623" cy="1224664"/>
            </a:xfrm>
            <a:custGeom>
              <a:avLst/>
              <a:gdLst>
                <a:gd name="T0" fmla="*/ 45 w 143"/>
                <a:gd name="T1" fmla="*/ 12 h 351"/>
                <a:gd name="T2" fmla="*/ 34 w 143"/>
                <a:gd name="T3" fmla="*/ 173 h 351"/>
                <a:gd name="T4" fmla="*/ 0 w 143"/>
                <a:gd name="T5" fmla="*/ 314 h 351"/>
                <a:gd name="T6" fmla="*/ 42 w 143"/>
                <a:gd name="T7" fmla="*/ 340 h 351"/>
                <a:gd name="T8" fmla="*/ 22 w 143"/>
                <a:gd name="T9" fmla="*/ 306 h 351"/>
                <a:gd name="T10" fmla="*/ 65 w 143"/>
                <a:gd name="T11" fmla="*/ 176 h 351"/>
                <a:gd name="T12" fmla="*/ 89 w 143"/>
                <a:gd name="T13" fmla="*/ 73 h 351"/>
                <a:gd name="T14" fmla="*/ 107 w 143"/>
                <a:gd name="T15" fmla="*/ 185 h 351"/>
                <a:gd name="T16" fmla="*/ 92 w 143"/>
                <a:gd name="T17" fmla="*/ 319 h 351"/>
                <a:gd name="T18" fmla="*/ 141 w 143"/>
                <a:gd name="T19" fmla="*/ 341 h 351"/>
                <a:gd name="T20" fmla="*/ 117 w 143"/>
                <a:gd name="T21" fmla="*/ 312 h 351"/>
                <a:gd name="T22" fmla="*/ 136 w 143"/>
                <a:gd name="T23" fmla="*/ 174 h 351"/>
                <a:gd name="T24" fmla="*/ 115 w 143"/>
                <a:gd name="T25" fmla="*/ 8 h 351"/>
                <a:gd name="T26" fmla="*/ 45 w 143"/>
                <a:gd name="T27" fmla="*/ 12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3" h="351">
                  <a:moveTo>
                    <a:pt x="45" y="12"/>
                  </a:moveTo>
                  <a:cubicBezTo>
                    <a:pt x="45" y="12"/>
                    <a:pt x="43" y="133"/>
                    <a:pt x="34" y="173"/>
                  </a:cubicBezTo>
                  <a:cubicBezTo>
                    <a:pt x="27" y="202"/>
                    <a:pt x="0" y="314"/>
                    <a:pt x="0" y="314"/>
                  </a:cubicBezTo>
                  <a:cubicBezTo>
                    <a:pt x="0" y="314"/>
                    <a:pt x="13" y="347"/>
                    <a:pt x="42" y="340"/>
                  </a:cubicBezTo>
                  <a:cubicBezTo>
                    <a:pt x="42" y="340"/>
                    <a:pt x="45" y="324"/>
                    <a:pt x="22" y="306"/>
                  </a:cubicBezTo>
                  <a:cubicBezTo>
                    <a:pt x="22" y="306"/>
                    <a:pt x="57" y="202"/>
                    <a:pt x="65" y="176"/>
                  </a:cubicBezTo>
                  <a:cubicBezTo>
                    <a:pt x="77" y="136"/>
                    <a:pt x="83" y="73"/>
                    <a:pt x="89" y="73"/>
                  </a:cubicBezTo>
                  <a:cubicBezTo>
                    <a:pt x="95" y="73"/>
                    <a:pt x="108" y="170"/>
                    <a:pt x="107" y="185"/>
                  </a:cubicBezTo>
                  <a:cubicBezTo>
                    <a:pt x="102" y="239"/>
                    <a:pt x="101" y="287"/>
                    <a:pt x="92" y="319"/>
                  </a:cubicBezTo>
                  <a:cubicBezTo>
                    <a:pt x="92" y="319"/>
                    <a:pt x="124" y="351"/>
                    <a:pt x="141" y="341"/>
                  </a:cubicBezTo>
                  <a:cubicBezTo>
                    <a:pt x="141" y="341"/>
                    <a:pt x="143" y="332"/>
                    <a:pt x="117" y="312"/>
                  </a:cubicBezTo>
                  <a:cubicBezTo>
                    <a:pt x="117" y="312"/>
                    <a:pt x="134" y="198"/>
                    <a:pt x="136" y="174"/>
                  </a:cubicBezTo>
                  <a:cubicBezTo>
                    <a:pt x="141" y="130"/>
                    <a:pt x="117" y="40"/>
                    <a:pt x="115" y="8"/>
                  </a:cubicBezTo>
                  <a:cubicBezTo>
                    <a:pt x="115" y="8"/>
                    <a:pt x="93" y="0"/>
                    <a:pt x="45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7" name="Freeform 122"/>
            <p:cNvSpPr/>
            <p:nvPr/>
          </p:nvSpPr>
          <p:spPr bwMode="auto">
            <a:xfrm>
              <a:off x="10158184" y="4834277"/>
              <a:ext cx="58879" cy="37009"/>
            </a:xfrm>
            <a:custGeom>
              <a:avLst/>
              <a:gdLst>
                <a:gd name="T0" fmla="*/ 17 w 17"/>
                <a:gd name="T1" fmla="*/ 11 h 11"/>
                <a:gd name="T2" fmla="*/ 0 w 17"/>
                <a:gd name="T3" fmla="*/ 11 h 11"/>
                <a:gd name="T4" fmla="*/ 0 w 17"/>
                <a:gd name="T5" fmla="*/ 3 h 11"/>
                <a:gd name="T6" fmla="*/ 17 w 17"/>
                <a:gd name="T7" fmla="*/ 1 h 11"/>
                <a:gd name="T8" fmla="*/ 17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11"/>
                  </a:moveTo>
                  <a:cubicBezTo>
                    <a:pt x="17" y="11"/>
                    <a:pt x="12" y="7"/>
                    <a:pt x="0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7" y="0"/>
                    <a:pt x="17" y="1"/>
                  </a:cubicBezTo>
                  <a:lnTo>
                    <a:pt x="17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8" name="Freeform 123"/>
            <p:cNvSpPr/>
            <p:nvPr/>
          </p:nvSpPr>
          <p:spPr bwMode="auto">
            <a:xfrm>
              <a:off x="11377800" y="4181571"/>
              <a:ext cx="68972" cy="79065"/>
            </a:xfrm>
            <a:custGeom>
              <a:avLst/>
              <a:gdLst>
                <a:gd name="T0" fmla="*/ 20 w 20"/>
                <a:gd name="T1" fmla="*/ 13 h 23"/>
                <a:gd name="T2" fmla="*/ 14 w 20"/>
                <a:gd name="T3" fmla="*/ 9 h 23"/>
                <a:gd name="T4" fmla="*/ 0 w 20"/>
                <a:gd name="T5" fmla="*/ 0 h 23"/>
                <a:gd name="T6" fmla="*/ 2 w 20"/>
                <a:gd name="T7" fmla="*/ 17 h 23"/>
                <a:gd name="T8" fmla="*/ 17 w 20"/>
                <a:gd name="T9" fmla="*/ 23 h 23"/>
                <a:gd name="T10" fmla="*/ 20 w 20"/>
                <a:gd name="T11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3">
                  <a:moveTo>
                    <a:pt x="20" y="13"/>
                  </a:moveTo>
                  <a:cubicBezTo>
                    <a:pt x="20" y="13"/>
                    <a:pt x="18" y="13"/>
                    <a:pt x="14" y="9"/>
                  </a:cubicBezTo>
                  <a:cubicBezTo>
                    <a:pt x="10" y="5"/>
                    <a:pt x="0" y="0"/>
                    <a:pt x="0" y="0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16" y="23"/>
                    <a:pt x="17" y="23"/>
                  </a:cubicBezTo>
                  <a:cubicBezTo>
                    <a:pt x="18" y="23"/>
                    <a:pt x="20" y="13"/>
                    <a:pt x="20" y="1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39" name="Freeform 124"/>
            <p:cNvSpPr/>
            <p:nvPr/>
          </p:nvSpPr>
          <p:spPr bwMode="auto">
            <a:xfrm>
              <a:off x="11248269" y="4218580"/>
              <a:ext cx="482801" cy="862985"/>
            </a:xfrm>
            <a:custGeom>
              <a:avLst/>
              <a:gdLst>
                <a:gd name="T0" fmla="*/ 22 w 138"/>
                <a:gd name="T1" fmla="*/ 122 h 247"/>
                <a:gd name="T2" fmla="*/ 35 w 138"/>
                <a:gd name="T3" fmla="*/ 88 h 247"/>
                <a:gd name="T4" fmla="*/ 47 w 138"/>
                <a:gd name="T5" fmla="*/ 87 h 247"/>
                <a:gd name="T6" fmla="*/ 79 w 138"/>
                <a:gd name="T7" fmla="*/ 96 h 247"/>
                <a:gd name="T8" fmla="*/ 84 w 138"/>
                <a:gd name="T9" fmla="*/ 90 h 247"/>
                <a:gd name="T10" fmla="*/ 107 w 138"/>
                <a:gd name="T11" fmla="*/ 49 h 247"/>
                <a:gd name="T12" fmla="*/ 48 w 138"/>
                <a:gd name="T13" fmla="*/ 10 h 247"/>
                <a:gd name="T14" fmla="*/ 54 w 138"/>
                <a:gd name="T15" fmla="*/ 0 h 247"/>
                <a:gd name="T16" fmla="*/ 129 w 138"/>
                <a:gd name="T17" fmla="*/ 40 h 247"/>
                <a:gd name="T18" fmla="*/ 107 w 138"/>
                <a:gd name="T19" fmla="*/ 133 h 247"/>
                <a:gd name="T20" fmla="*/ 98 w 138"/>
                <a:gd name="T21" fmla="*/ 231 h 247"/>
                <a:gd name="T22" fmla="*/ 29 w 138"/>
                <a:gd name="T23" fmla="*/ 247 h 247"/>
                <a:gd name="T24" fmla="*/ 22 w 138"/>
                <a:gd name="T25" fmla="*/ 12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247">
                  <a:moveTo>
                    <a:pt x="22" y="122"/>
                  </a:moveTo>
                  <a:cubicBezTo>
                    <a:pt x="22" y="122"/>
                    <a:pt x="27" y="88"/>
                    <a:pt x="35" y="88"/>
                  </a:cubicBezTo>
                  <a:cubicBezTo>
                    <a:pt x="38" y="88"/>
                    <a:pt x="42" y="86"/>
                    <a:pt x="47" y="87"/>
                  </a:cubicBezTo>
                  <a:cubicBezTo>
                    <a:pt x="58" y="89"/>
                    <a:pt x="71" y="96"/>
                    <a:pt x="79" y="96"/>
                  </a:cubicBezTo>
                  <a:cubicBezTo>
                    <a:pt x="83" y="96"/>
                    <a:pt x="84" y="90"/>
                    <a:pt x="84" y="90"/>
                  </a:cubicBezTo>
                  <a:cubicBezTo>
                    <a:pt x="84" y="90"/>
                    <a:pt x="111" y="62"/>
                    <a:pt x="107" y="49"/>
                  </a:cubicBezTo>
                  <a:cubicBezTo>
                    <a:pt x="106" y="47"/>
                    <a:pt x="48" y="10"/>
                    <a:pt x="48" y="1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120" y="19"/>
                    <a:pt x="129" y="40"/>
                  </a:cubicBezTo>
                  <a:cubicBezTo>
                    <a:pt x="138" y="62"/>
                    <a:pt x="107" y="133"/>
                    <a:pt x="107" y="133"/>
                  </a:cubicBezTo>
                  <a:cubicBezTo>
                    <a:pt x="98" y="150"/>
                    <a:pt x="91" y="186"/>
                    <a:pt x="98" y="23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9" y="247"/>
                    <a:pt x="0" y="193"/>
                    <a:pt x="22" y="122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0" name="Freeform 125"/>
            <p:cNvSpPr/>
            <p:nvPr/>
          </p:nvSpPr>
          <p:spPr bwMode="auto">
            <a:xfrm>
              <a:off x="11345839" y="5007547"/>
              <a:ext cx="790648" cy="1009338"/>
            </a:xfrm>
            <a:custGeom>
              <a:avLst/>
              <a:gdLst>
                <a:gd name="T0" fmla="*/ 1 w 226"/>
                <a:gd name="T1" fmla="*/ 21 h 289"/>
                <a:gd name="T2" fmla="*/ 60 w 226"/>
                <a:gd name="T3" fmla="*/ 145 h 289"/>
                <a:gd name="T4" fmla="*/ 0 w 226"/>
                <a:gd name="T5" fmla="*/ 262 h 289"/>
                <a:gd name="T6" fmla="*/ 63 w 226"/>
                <a:gd name="T7" fmla="*/ 278 h 289"/>
                <a:gd name="T8" fmla="*/ 28 w 226"/>
                <a:gd name="T9" fmla="*/ 250 h 289"/>
                <a:gd name="T10" fmla="*/ 103 w 226"/>
                <a:gd name="T11" fmla="*/ 146 h 289"/>
                <a:gd name="T12" fmla="*/ 65 w 226"/>
                <a:gd name="T13" fmla="*/ 62 h 289"/>
                <a:gd name="T14" fmla="*/ 143 w 226"/>
                <a:gd name="T15" fmla="*/ 116 h 289"/>
                <a:gd name="T16" fmla="*/ 159 w 226"/>
                <a:gd name="T17" fmla="*/ 262 h 289"/>
                <a:gd name="T18" fmla="*/ 226 w 226"/>
                <a:gd name="T19" fmla="*/ 262 h 289"/>
                <a:gd name="T20" fmla="*/ 177 w 226"/>
                <a:gd name="T21" fmla="*/ 244 h 289"/>
                <a:gd name="T22" fmla="*/ 177 w 226"/>
                <a:gd name="T23" fmla="*/ 107 h 289"/>
                <a:gd name="T24" fmla="*/ 70 w 226"/>
                <a:gd name="T25" fmla="*/ 5 h 289"/>
                <a:gd name="T26" fmla="*/ 1 w 226"/>
                <a:gd name="T27" fmla="*/ 21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289">
                  <a:moveTo>
                    <a:pt x="1" y="21"/>
                  </a:moveTo>
                  <a:cubicBezTo>
                    <a:pt x="60" y="145"/>
                    <a:pt x="60" y="145"/>
                    <a:pt x="60" y="145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33" y="289"/>
                    <a:pt x="63" y="278"/>
                  </a:cubicBezTo>
                  <a:cubicBezTo>
                    <a:pt x="63" y="278"/>
                    <a:pt x="59" y="262"/>
                    <a:pt x="28" y="250"/>
                  </a:cubicBezTo>
                  <a:cubicBezTo>
                    <a:pt x="28" y="250"/>
                    <a:pt x="99" y="166"/>
                    <a:pt x="103" y="146"/>
                  </a:cubicBezTo>
                  <a:cubicBezTo>
                    <a:pt x="106" y="128"/>
                    <a:pt x="65" y="62"/>
                    <a:pt x="65" y="62"/>
                  </a:cubicBezTo>
                  <a:cubicBezTo>
                    <a:pt x="143" y="116"/>
                    <a:pt x="143" y="116"/>
                    <a:pt x="143" y="116"/>
                  </a:cubicBezTo>
                  <a:cubicBezTo>
                    <a:pt x="159" y="262"/>
                    <a:pt x="159" y="262"/>
                    <a:pt x="159" y="262"/>
                  </a:cubicBezTo>
                  <a:cubicBezTo>
                    <a:pt x="159" y="262"/>
                    <a:pt x="203" y="278"/>
                    <a:pt x="226" y="262"/>
                  </a:cubicBezTo>
                  <a:cubicBezTo>
                    <a:pt x="226" y="262"/>
                    <a:pt x="207" y="251"/>
                    <a:pt x="177" y="244"/>
                  </a:cubicBezTo>
                  <a:cubicBezTo>
                    <a:pt x="177" y="244"/>
                    <a:pt x="181" y="160"/>
                    <a:pt x="177" y="107"/>
                  </a:cubicBezTo>
                  <a:cubicBezTo>
                    <a:pt x="175" y="82"/>
                    <a:pt x="89" y="35"/>
                    <a:pt x="70" y="5"/>
                  </a:cubicBezTo>
                  <a:cubicBezTo>
                    <a:pt x="70" y="5"/>
                    <a:pt x="44" y="0"/>
                    <a:pt x="1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1" name="Freeform 126"/>
            <p:cNvSpPr/>
            <p:nvPr/>
          </p:nvSpPr>
          <p:spPr bwMode="auto">
            <a:xfrm>
              <a:off x="11507333" y="5026051"/>
              <a:ext cx="68972" cy="37009"/>
            </a:xfrm>
            <a:custGeom>
              <a:avLst/>
              <a:gdLst>
                <a:gd name="T0" fmla="*/ 20 w 20"/>
                <a:gd name="T1" fmla="*/ 9 h 11"/>
                <a:gd name="T2" fmla="*/ 3 w 20"/>
                <a:gd name="T3" fmla="*/ 11 h 11"/>
                <a:gd name="T4" fmla="*/ 0 w 20"/>
                <a:gd name="T5" fmla="*/ 3 h 11"/>
                <a:gd name="T6" fmla="*/ 17 w 20"/>
                <a:gd name="T7" fmla="*/ 1 h 11"/>
                <a:gd name="T8" fmla="*/ 20 w 20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1">
                  <a:moveTo>
                    <a:pt x="20" y="9"/>
                  </a:moveTo>
                  <a:cubicBezTo>
                    <a:pt x="20" y="9"/>
                    <a:pt x="12" y="7"/>
                    <a:pt x="3" y="1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0" y="0"/>
                    <a:pt x="17" y="1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2" name="Freeform 127"/>
            <p:cNvSpPr/>
            <p:nvPr/>
          </p:nvSpPr>
          <p:spPr bwMode="auto">
            <a:xfrm>
              <a:off x="11423221" y="4267366"/>
              <a:ext cx="191774" cy="301120"/>
            </a:xfrm>
            <a:custGeom>
              <a:avLst/>
              <a:gdLst>
                <a:gd name="T0" fmla="*/ 1 w 55"/>
                <a:gd name="T1" fmla="*/ 76 h 86"/>
                <a:gd name="T2" fmla="*/ 13 w 55"/>
                <a:gd name="T3" fmla="*/ 86 h 86"/>
                <a:gd name="T4" fmla="*/ 38 w 55"/>
                <a:gd name="T5" fmla="*/ 84 h 86"/>
                <a:gd name="T6" fmla="*/ 36 w 55"/>
                <a:gd name="T7" fmla="*/ 71 h 86"/>
                <a:gd name="T8" fmla="*/ 54 w 55"/>
                <a:gd name="T9" fmla="*/ 42 h 86"/>
                <a:gd name="T10" fmla="*/ 31 w 55"/>
                <a:gd name="T11" fmla="*/ 3 h 86"/>
                <a:gd name="T12" fmla="*/ 1 w 55"/>
                <a:gd name="T13" fmla="*/ 29 h 86"/>
                <a:gd name="T14" fmla="*/ 5 w 55"/>
                <a:gd name="T15" fmla="*/ 53 h 86"/>
                <a:gd name="T16" fmla="*/ 1 w 55"/>
                <a:gd name="T17" fmla="*/ 7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86">
                  <a:moveTo>
                    <a:pt x="1" y="76"/>
                  </a:moveTo>
                  <a:cubicBezTo>
                    <a:pt x="13" y="86"/>
                    <a:pt x="13" y="86"/>
                    <a:pt x="13" y="86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8" y="84"/>
                    <a:pt x="30" y="77"/>
                    <a:pt x="36" y="71"/>
                  </a:cubicBezTo>
                  <a:cubicBezTo>
                    <a:pt x="36" y="71"/>
                    <a:pt x="52" y="72"/>
                    <a:pt x="54" y="42"/>
                  </a:cubicBezTo>
                  <a:cubicBezTo>
                    <a:pt x="55" y="21"/>
                    <a:pt x="53" y="6"/>
                    <a:pt x="31" y="3"/>
                  </a:cubicBezTo>
                  <a:cubicBezTo>
                    <a:pt x="15" y="0"/>
                    <a:pt x="3" y="10"/>
                    <a:pt x="1" y="29"/>
                  </a:cubicBezTo>
                  <a:cubicBezTo>
                    <a:pt x="0" y="42"/>
                    <a:pt x="3" y="49"/>
                    <a:pt x="5" y="53"/>
                  </a:cubicBezTo>
                  <a:cubicBezTo>
                    <a:pt x="9" y="60"/>
                    <a:pt x="12" y="63"/>
                    <a:pt x="1" y="7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3" name="Freeform 128"/>
            <p:cNvSpPr/>
            <p:nvPr/>
          </p:nvSpPr>
          <p:spPr bwMode="auto">
            <a:xfrm>
              <a:off x="11426586" y="4438953"/>
              <a:ext cx="129532" cy="159812"/>
            </a:xfrm>
            <a:custGeom>
              <a:avLst/>
              <a:gdLst>
                <a:gd name="T0" fmla="*/ 0 w 37"/>
                <a:gd name="T1" fmla="*/ 27 h 46"/>
                <a:gd name="T2" fmla="*/ 17 w 37"/>
                <a:gd name="T3" fmla="*/ 46 h 46"/>
                <a:gd name="T4" fmla="*/ 37 w 37"/>
                <a:gd name="T5" fmla="*/ 35 h 46"/>
                <a:gd name="T6" fmla="*/ 35 w 37"/>
                <a:gd name="T7" fmla="*/ 22 h 46"/>
                <a:gd name="T8" fmla="*/ 11 w 37"/>
                <a:gd name="T9" fmla="*/ 1 h 46"/>
                <a:gd name="T10" fmla="*/ 4 w 37"/>
                <a:gd name="T11" fmla="*/ 4 h 46"/>
                <a:gd name="T12" fmla="*/ 0 w 37"/>
                <a:gd name="T13" fmla="*/ 2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6">
                  <a:moveTo>
                    <a:pt x="0" y="27"/>
                  </a:moveTo>
                  <a:cubicBezTo>
                    <a:pt x="17" y="46"/>
                    <a:pt x="17" y="46"/>
                    <a:pt x="17" y="46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29" y="28"/>
                    <a:pt x="35" y="22"/>
                  </a:cubicBezTo>
                  <a:cubicBezTo>
                    <a:pt x="25" y="19"/>
                    <a:pt x="14" y="14"/>
                    <a:pt x="11" y="1"/>
                  </a:cubicBezTo>
                  <a:cubicBezTo>
                    <a:pt x="11" y="0"/>
                    <a:pt x="7" y="3"/>
                    <a:pt x="4" y="4"/>
                  </a:cubicBezTo>
                  <a:cubicBezTo>
                    <a:pt x="8" y="11"/>
                    <a:pt x="11" y="14"/>
                    <a:pt x="0" y="2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4" name="Freeform 129"/>
            <p:cNvSpPr/>
            <p:nvPr/>
          </p:nvSpPr>
          <p:spPr bwMode="auto">
            <a:xfrm>
              <a:off x="11401352" y="4253908"/>
              <a:ext cx="230466" cy="210279"/>
            </a:xfrm>
            <a:custGeom>
              <a:avLst/>
              <a:gdLst>
                <a:gd name="T0" fmla="*/ 37 w 66"/>
                <a:gd name="T1" fmla="*/ 20 h 60"/>
                <a:gd name="T2" fmla="*/ 28 w 66"/>
                <a:gd name="T3" fmla="*/ 31 h 60"/>
                <a:gd name="T4" fmla="*/ 19 w 66"/>
                <a:gd name="T5" fmla="*/ 41 h 60"/>
                <a:gd name="T6" fmla="*/ 13 w 66"/>
                <a:gd name="T7" fmla="*/ 34 h 60"/>
                <a:gd name="T8" fmla="*/ 17 w 66"/>
                <a:gd name="T9" fmla="*/ 52 h 60"/>
                <a:gd name="T10" fmla="*/ 13 w 66"/>
                <a:gd name="T11" fmla="*/ 60 h 60"/>
                <a:gd name="T12" fmla="*/ 6 w 66"/>
                <a:gd name="T13" fmla="*/ 55 h 60"/>
                <a:gd name="T14" fmla="*/ 12 w 66"/>
                <a:gd name="T15" fmla="*/ 10 h 60"/>
                <a:gd name="T16" fmla="*/ 22 w 66"/>
                <a:gd name="T17" fmla="*/ 8 h 60"/>
                <a:gd name="T18" fmla="*/ 36 w 66"/>
                <a:gd name="T19" fmla="*/ 1 h 60"/>
                <a:gd name="T20" fmla="*/ 65 w 66"/>
                <a:gd name="T21" fmla="*/ 24 h 60"/>
                <a:gd name="T22" fmla="*/ 60 w 66"/>
                <a:gd name="T23" fmla="*/ 41 h 60"/>
                <a:gd name="T24" fmla="*/ 55 w 66"/>
                <a:gd name="T25" fmla="*/ 32 h 60"/>
                <a:gd name="T26" fmla="*/ 37 w 66"/>
                <a:gd name="T27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" h="60">
                  <a:moveTo>
                    <a:pt x="37" y="20"/>
                  </a:moveTo>
                  <a:cubicBezTo>
                    <a:pt x="37" y="19"/>
                    <a:pt x="34" y="30"/>
                    <a:pt x="28" y="31"/>
                  </a:cubicBezTo>
                  <a:cubicBezTo>
                    <a:pt x="22" y="32"/>
                    <a:pt x="19" y="41"/>
                    <a:pt x="19" y="41"/>
                  </a:cubicBezTo>
                  <a:cubicBezTo>
                    <a:pt x="19" y="41"/>
                    <a:pt x="18" y="31"/>
                    <a:pt x="13" y="34"/>
                  </a:cubicBezTo>
                  <a:cubicBezTo>
                    <a:pt x="7" y="37"/>
                    <a:pt x="11" y="57"/>
                    <a:pt x="17" y="52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60"/>
                    <a:pt x="7" y="58"/>
                    <a:pt x="6" y="55"/>
                  </a:cubicBezTo>
                  <a:cubicBezTo>
                    <a:pt x="5" y="52"/>
                    <a:pt x="0" y="17"/>
                    <a:pt x="12" y="10"/>
                  </a:cubicBezTo>
                  <a:cubicBezTo>
                    <a:pt x="24" y="3"/>
                    <a:pt x="22" y="8"/>
                    <a:pt x="22" y="8"/>
                  </a:cubicBezTo>
                  <a:cubicBezTo>
                    <a:pt x="22" y="8"/>
                    <a:pt x="24" y="0"/>
                    <a:pt x="36" y="1"/>
                  </a:cubicBezTo>
                  <a:cubicBezTo>
                    <a:pt x="48" y="1"/>
                    <a:pt x="64" y="18"/>
                    <a:pt x="65" y="24"/>
                  </a:cubicBezTo>
                  <a:cubicBezTo>
                    <a:pt x="66" y="30"/>
                    <a:pt x="60" y="41"/>
                    <a:pt x="60" y="41"/>
                  </a:cubicBezTo>
                  <a:cubicBezTo>
                    <a:pt x="60" y="41"/>
                    <a:pt x="60" y="35"/>
                    <a:pt x="55" y="32"/>
                  </a:cubicBezTo>
                  <a:cubicBezTo>
                    <a:pt x="50" y="29"/>
                    <a:pt x="40" y="26"/>
                    <a:pt x="37" y="2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5" name="Freeform 130"/>
            <p:cNvSpPr/>
            <p:nvPr/>
          </p:nvSpPr>
          <p:spPr bwMode="auto">
            <a:xfrm>
              <a:off x="11482099" y="4558391"/>
              <a:ext cx="74018" cy="397006"/>
            </a:xfrm>
            <a:custGeom>
              <a:avLst/>
              <a:gdLst>
                <a:gd name="T0" fmla="*/ 5 w 21"/>
                <a:gd name="T1" fmla="*/ 4 h 114"/>
                <a:gd name="T2" fmla="*/ 10 w 21"/>
                <a:gd name="T3" fmla="*/ 17 h 114"/>
                <a:gd name="T4" fmla="*/ 8 w 21"/>
                <a:gd name="T5" fmla="*/ 105 h 114"/>
                <a:gd name="T6" fmla="*/ 17 w 21"/>
                <a:gd name="T7" fmla="*/ 114 h 114"/>
                <a:gd name="T8" fmla="*/ 21 w 21"/>
                <a:gd name="T9" fmla="*/ 101 h 114"/>
                <a:gd name="T10" fmla="*/ 15 w 21"/>
                <a:gd name="T11" fmla="*/ 16 h 114"/>
                <a:gd name="T12" fmla="*/ 19 w 21"/>
                <a:gd name="T13" fmla="*/ 5 h 114"/>
                <a:gd name="T14" fmla="*/ 13 w 21"/>
                <a:gd name="T15" fmla="*/ 0 h 114"/>
                <a:gd name="T16" fmla="*/ 5 w 21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14">
                  <a:moveTo>
                    <a:pt x="5" y="4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0" y="82"/>
                    <a:pt x="8" y="105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13" y="86"/>
                    <a:pt x="15" y="16"/>
                    <a:pt x="15" y="1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5" y="4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6" name="Freeform 131"/>
            <p:cNvSpPr/>
            <p:nvPr/>
          </p:nvSpPr>
          <p:spPr bwMode="auto">
            <a:xfrm>
              <a:off x="11411445" y="4497831"/>
              <a:ext cx="161494" cy="112710"/>
            </a:xfrm>
            <a:custGeom>
              <a:avLst/>
              <a:gdLst>
                <a:gd name="T0" fmla="*/ 77 w 96"/>
                <a:gd name="T1" fmla="*/ 21 h 67"/>
                <a:gd name="T2" fmla="*/ 67 w 96"/>
                <a:gd name="T3" fmla="*/ 29 h 67"/>
                <a:gd name="T4" fmla="*/ 23 w 96"/>
                <a:gd name="T5" fmla="*/ 0 h 67"/>
                <a:gd name="T6" fmla="*/ 0 w 96"/>
                <a:gd name="T7" fmla="*/ 15 h 67"/>
                <a:gd name="T8" fmla="*/ 34 w 96"/>
                <a:gd name="T9" fmla="*/ 67 h 67"/>
                <a:gd name="T10" fmla="*/ 67 w 96"/>
                <a:gd name="T11" fmla="*/ 42 h 67"/>
                <a:gd name="T12" fmla="*/ 86 w 96"/>
                <a:gd name="T13" fmla="*/ 63 h 67"/>
                <a:gd name="T14" fmla="*/ 96 w 96"/>
                <a:gd name="T15" fmla="*/ 40 h 67"/>
                <a:gd name="T16" fmla="*/ 77 w 96"/>
                <a:gd name="T17" fmla="*/ 2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" h="67">
                  <a:moveTo>
                    <a:pt x="77" y="21"/>
                  </a:moveTo>
                  <a:lnTo>
                    <a:pt x="67" y="29"/>
                  </a:lnTo>
                  <a:lnTo>
                    <a:pt x="23" y="0"/>
                  </a:lnTo>
                  <a:lnTo>
                    <a:pt x="0" y="15"/>
                  </a:lnTo>
                  <a:lnTo>
                    <a:pt x="34" y="67"/>
                  </a:lnTo>
                  <a:lnTo>
                    <a:pt x="67" y="42"/>
                  </a:lnTo>
                  <a:lnTo>
                    <a:pt x="86" y="63"/>
                  </a:lnTo>
                  <a:lnTo>
                    <a:pt x="96" y="40"/>
                  </a:lnTo>
                  <a:lnTo>
                    <a:pt x="77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7" name="Freeform 132"/>
            <p:cNvSpPr/>
            <p:nvPr/>
          </p:nvSpPr>
          <p:spPr bwMode="auto">
            <a:xfrm>
              <a:off x="10651077" y="4188300"/>
              <a:ext cx="208597" cy="211961"/>
            </a:xfrm>
            <a:custGeom>
              <a:avLst/>
              <a:gdLst>
                <a:gd name="T0" fmla="*/ 17 w 60"/>
                <a:gd name="T1" fmla="*/ 12 h 61"/>
                <a:gd name="T2" fmla="*/ 33 w 60"/>
                <a:gd name="T3" fmla="*/ 1 h 61"/>
                <a:gd name="T4" fmla="*/ 55 w 60"/>
                <a:gd name="T5" fmla="*/ 31 h 61"/>
                <a:gd name="T6" fmla="*/ 11 w 60"/>
                <a:gd name="T7" fmla="*/ 61 h 61"/>
                <a:gd name="T8" fmla="*/ 1 w 60"/>
                <a:gd name="T9" fmla="*/ 33 h 61"/>
                <a:gd name="T10" fmla="*/ 17 w 60"/>
                <a:gd name="T11" fmla="*/ 1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61">
                  <a:moveTo>
                    <a:pt x="17" y="12"/>
                  </a:moveTo>
                  <a:cubicBezTo>
                    <a:pt x="17" y="12"/>
                    <a:pt x="21" y="0"/>
                    <a:pt x="33" y="1"/>
                  </a:cubicBezTo>
                  <a:cubicBezTo>
                    <a:pt x="44" y="2"/>
                    <a:pt x="60" y="17"/>
                    <a:pt x="55" y="31"/>
                  </a:cubicBezTo>
                  <a:cubicBezTo>
                    <a:pt x="51" y="46"/>
                    <a:pt x="11" y="61"/>
                    <a:pt x="11" y="61"/>
                  </a:cubicBezTo>
                  <a:cubicBezTo>
                    <a:pt x="11" y="61"/>
                    <a:pt x="0" y="49"/>
                    <a:pt x="1" y="33"/>
                  </a:cubicBezTo>
                  <a:cubicBezTo>
                    <a:pt x="3" y="18"/>
                    <a:pt x="10" y="7"/>
                    <a:pt x="17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8" name="Freeform 133"/>
            <p:cNvSpPr/>
            <p:nvPr/>
          </p:nvSpPr>
          <p:spPr bwMode="auto">
            <a:xfrm>
              <a:off x="10671264" y="4205122"/>
              <a:ext cx="188410" cy="317942"/>
            </a:xfrm>
            <a:custGeom>
              <a:avLst/>
              <a:gdLst>
                <a:gd name="T0" fmla="*/ 6 w 54"/>
                <a:gd name="T1" fmla="*/ 89 h 91"/>
                <a:gd name="T2" fmla="*/ 17 w 54"/>
                <a:gd name="T3" fmla="*/ 89 h 91"/>
                <a:gd name="T4" fmla="*/ 39 w 54"/>
                <a:gd name="T5" fmla="*/ 91 h 91"/>
                <a:gd name="T6" fmla="*/ 44 w 54"/>
                <a:gd name="T7" fmla="*/ 91 h 91"/>
                <a:gd name="T8" fmla="*/ 41 w 54"/>
                <a:gd name="T9" fmla="*/ 85 h 91"/>
                <a:gd name="T10" fmla="*/ 37 w 54"/>
                <a:gd name="T11" fmla="*/ 71 h 91"/>
                <a:gd name="T12" fmla="*/ 47 w 54"/>
                <a:gd name="T13" fmla="*/ 54 h 91"/>
                <a:gd name="T14" fmla="*/ 47 w 54"/>
                <a:gd name="T15" fmla="*/ 53 h 91"/>
                <a:gd name="T16" fmla="*/ 35 w 54"/>
                <a:gd name="T17" fmla="*/ 8 h 91"/>
                <a:gd name="T18" fmla="*/ 0 w 54"/>
                <a:gd name="T19" fmla="*/ 28 h 91"/>
                <a:gd name="T20" fmla="*/ 4 w 54"/>
                <a:gd name="T21" fmla="*/ 52 h 91"/>
                <a:gd name="T22" fmla="*/ 13 w 54"/>
                <a:gd name="T23" fmla="*/ 69 h 91"/>
                <a:gd name="T24" fmla="*/ 9 w 54"/>
                <a:gd name="T25" fmla="*/ 83 h 91"/>
                <a:gd name="T26" fmla="*/ 6 w 54"/>
                <a:gd name="T27" fmla="*/ 8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91">
                  <a:moveTo>
                    <a:pt x="6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39" y="91"/>
                    <a:pt x="39" y="91"/>
                    <a:pt x="39" y="91"/>
                  </a:cubicBezTo>
                  <a:cubicBezTo>
                    <a:pt x="44" y="91"/>
                    <a:pt x="44" y="91"/>
                    <a:pt x="44" y="91"/>
                  </a:cubicBezTo>
                  <a:cubicBezTo>
                    <a:pt x="44" y="91"/>
                    <a:pt x="43" y="89"/>
                    <a:pt x="41" y="85"/>
                  </a:cubicBezTo>
                  <a:cubicBezTo>
                    <a:pt x="39" y="81"/>
                    <a:pt x="36" y="74"/>
                    <a:pt x="37" y="71"/>
                  </a:cubicBezTo>
                  <a:cubicBezTo>
                    <a:pt x="38" y="66"/>
                    <a:pt x="42" y="65"/>
                    <a:pt x="47" y="54"/>
                  </a:cubicBezTo>
                  <a:cubicBezTo>
                    <a:pt x="47" y="54"/>
                    <a:pt x="47" y="54"/>
                    <a:pt x="47" y="53"/>
                  </a:cubicBezTo>
                  <a:cubicBezTo>
                    <a:pt x="54" y="38"/>
                    <a:pt x="50" y="15"/>
                    <a:pt x="35" y="8"/>
                  </a:cubicBezTo>
                  <a:cubicBezTo>
                    <a:pt x="16" y="0"/>
                    <a:pt x="0" y="15"/>
                    <a:pt x="0" y="28"/>
                  </a:cubicBezTo>
                  <a:cubicBezTo>
                    <a:pt x="1" y="40"/>
                    <a:pt x="2" y="47"/>
                    <a:pt x="4" y="52"/>
                  </a:cubicBezTo>
                  <a:cubicBezTo>
                    <a:pt x="7" y="61"/>
                    <a:pt x="11" y="62"/>
                    <a:pt x="13" y="69"/>
                  </a:cubicBezTo>
                  <a:cubicBezTo>
                    <a:pt x="14" y="72"/>
                    <a:pt x="11" y="78"/>
                    <a:pt x="9" y="83"/>
                  </a:cubicBezTo>
                  <a:cubicBezTo>
                    <a:pt x="7" y="86"/>
                    <a:pt x="6" y="89"/>
                    <a:pt x="6" y="8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49" name="Freeform 134"/>
            <p:cNvSpPr/>
            <p:nvPr/>
          </p:nvSpPr>
          <p:spPr bwMode="auto">
            <a:xfrm>
              <a:off x="10684722" y="4386803"/>
              <a:ext cx="151401" cy="156448"/>
            </a:xfrm>
            <a:custGeom>
              <a:avLst/>
              <a:gdLst>
                <a:gd name="T0" fmla="*/ 9 w 43"/>
                <a:gd name="T1" fmla="*/ 17 h 45"/>
                <a:gd name="T2" fmla="*/ 5 w 43"/>
                <a:gd name="T3" fmla="*/ 31 h 45"/>
                <a:gd name="T4" fmla="*/ 5 w 43"/>
                <a:gd name="T5" fmla="*/ 35 h 45"/>
                <a:gd name="T6" fmla="*/ 13 w 43"/>
                <a:gd name="T7" fmla="*/ 37 h 45"/>
                <a:gd name="T8" fmla="*/ 33 w 43"/>
                <a:gd name="T9" fmla="*/ 45 h 45"/>
                <a:gd name="T10" fmla="*/ 35 w 43"/>
                <a:gd name="T11" fmla="*/ 39 h 45"/>
                <a:gd name="T12" fmla="*/ 37 w 43"/>
                <a:gd name="T13" fmla="*/ 33 h 45"/>
                <a:gd name="T14" fmla="*/ 33 w 43"/>
                <a:gd name="T15" fmla="*/ 19 h 45"/>
                <a:gd name="T16" fmla="*/ 43 w 43"/>
                <a:gd name="T17" fmla="*/ 2 h 45"/>
                <a:gd name="T18" fmla="*/ 26 w 43"/>
                <a:gd name="T19" fmla="*/ 5 h 45"/>
                <a:gd name="T20" fmla="*/ 0 w 43"/>
                <a:gd name="T21" fmla="*/ 0 h 45"/>
                <a:gd name="T22" fmla="*/ 9 w 43"/>
                <a:gd name="T23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5">
                  <a:moveTo>
                    <a:pt x="9" y="17"/>
                  </a:moveTo>
                  <a:cubicBezTo>
                    <a:pt x="10" y="20"/>
                    <a:pt x="7" y="26"/>
                    <a:pt x="5" y="31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5" y="29"/>
                    <a:pt x="32" y="22"/>
                    <a:pt x="33" y="19"/>
                  </a:cubicBezTo>
                  <a:cubicBezTo>
                    <a:pt x="34" y="14"/>
                    <a:pt x="38" y="13"/>
                    <a:pt x="43" y="2"/>
                  </a:cubicBezTo>
                  <a:cubicBezTo>
                    <a:pt x="39" y="4"/>
                    <a:pt x="33" y="6"/>
                    <a:pt x="26" y="5"/>
                  </a:cubicBezTo>
                  <a:cubicBezTo>
                    <a:pt x="17" y="5"/>
                    <a:pt x="5" y="2"/>
                    <a:pt x="0" y="0"/>
                  </a:cubicBezTo>
                  <a:cubicBezTo>
                    <a:pt x="3" y="9"/>
                    <a:pt x="7" y="10"/>
                    <a:pt x="9" y="17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0" name="Freeform 135"/>
            <p:cNvSpPr/>
            <p:nvPr/>
          </p:nvSpPr>
          <p:spPr bwMode="auto">
            <a:xfrm>
              <a:off x="10651077" y="4240450"/>
              <a:ext cx="45421" cy="97569"/>
            </a:xfrm>
            <a:custGeom>
              <a:avLst/>
              <a:gdLst>
                <a:gd name="T0" fmla="*/ 13 w 13"/>
                <a:gd name="T1" fmla="*/ 0 h 28"/>
                <a:gd name="T2" fmla="*/ 11 w 13"/>
                <a:gd name="T3" fmla="*/ 13 h 28"/>
                <a:gd name="T4" fmla="*/ 11 w 13"/>
                <a:gd name="T5" fmla="*/ 28 h 28"/>
                <a:gd name="T6" fmla="*/ 3 w 13"/>
                <a:gd name="T7" fmla="*/ 25 h 28"/>
                <a:gd name="T8" fmla="*/ 13 w 13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8">
                  <a:moveTo>
                    <a:pt x="13" y="0"/>
                  </a:moveTo>
                  <a:cubicBezTo>
                    <a:pt x="13" y="0"/>
                    <a:pt x="13" y="8"/>
                    <a:pt x="11" y="13"/>
                  </a:cubicBezTo>
                  <a:cubicBezTo>
                    <a:pt x="10" y="18"/>
                    <a:pt x="11" y="28"/>
                    <a:pt x="11" y="28"/>
                  </a:cubicBezTo>
                  <a:cubicBezTo>
                    <a:pt x="11" y="28"/>
                    <a:pt x="7" y="20"/>
                    <a:pt x="3" y="25"/>
                  </a:cubicBezTo>
                  <a:cubicBezTo>
                    <a:pt x="3" y="25"/>
                    <a:pt x="0" y="7"/>
                    <a:pt x="13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1" name="Freeform 136"/>
            <p:cNvSpPr/>
            <p:nvPr/>
          </p:nvSpPr>
          <p:spPr bwMode="auto">
            <a:xfrm>
              <a:off x="10642666" y="4306056"/>
              <a:ext cx="53831" cy="74018"/>
            </a:xfrm>
            <a:custGeom>
              <a:avLst/>
              <a:gdLst>
                <a:gd name="T0" fmla="*/ 13 w 15"/>
                <a:gd name="T1" fmla="*/ 9 h 21"/>
                <a:gd name="T2" fmla="*/ 5 w 15"/>
                <a:gd name="T3" fmla="*/ 6 h 21"/>
                <a:gd name="T4" fmla="*/ 13 w 15"/>
                <a:gd name="T5" fmla="*/ 20 h 21"/>
                <a:gd name="T6" fmla="*/ 13 w 15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21">
                  <a:moveTo>
                    <a:pt x="13" y="9"/>
                  </a:moveTo>
                  <a:cubicBezTo>
                    <a:pt x="13" y="9"/>
                    <a:pt x="11" y="0"/>
                    <a:pt x="5" y="6"/>
                  </a:cubicBezTo>
                  <a:cubicBezTo>
                    <a:pt x="0" y="11"/>
                    <a:pt x="10" y="21"/>
                    <a:pt x="13" y="20"/>
                  </a:cubicBezTo>
                  <a:cubicBezTo>
                    <a:pt x="15" y="18"/>
                    <a:pt x="13" y="9"/>
                    <a:pt x="13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2" name="Freeform 137"/>
            <p:cNvSpPr/>
            <p:nvPr/>
          </p:nvSpPr>
          <p:spPr bwMode="auto">
            <a:xfrm>
              <a:off x="10356687" y="4240450"/>
              <a:ext cx="794013" cy="746910"/>
            </a:xfrm>
            <a:custGeom>
              <a:avLst/>
              <a:gdLst>
                <a:gd name="T0" fmla="*/ 115 w 227"/>
                <a:gd name="T1" fmla="*/ 71 h 214"/>
                <a:gd name="T2" fmla="*/ 157 w 227"/>
                <a:gd name="T3" fmla="*/ 68 h 214"/>
                <a:gd name="T4" fmla="*/ 188 w 227"/>
                <a:gd name="T5" fmla="*/ 64 h 214"/>
                <a:gd name="T6" fmla="*/ 160 w 227"/>
                <a:gd name="T7" fmla="*/ 23 h 214"/>
                <a:gd name="T8" fmla="*/ 160 w 227"/>
                <a:gd name="T9" fmla="*/ 5 h 214"/>
                <a:gd name="T10" fmla="*/ 222 w 227"/>
                <a:gd name="T11" fmla="*/ 77 h 214"/>
                <a:gd name="T12" fmla="*/ 164 w 227"/>
                <a:gd name="T13" fmla="*/ 108 h 214"/>
                <a:gd name="T14" fmla="*/ 149 w 227"/>
                <a:gd name="T15" fmla="*/ 193 h 214"/>
                <a:gd name="T16" fmla="*/ 110 w 227"/>
                <a:gd name="T17" fmla="*/ 214 h 214"/>
                <a:gd name="T18" fmla="*/ 83 w 227"/>
                <a:gd name="T19" fmla="*/ 192 h 214"/>
                <a:gd name="T20" fmla="*/ 69 w 227"/>
                <a:gd name="T21" fmla="*/ 107 h 214"/>
                <a:gd name="T22" fmla="*/ 0 w 227"/>
                <a:gd name="T23" fmla="*/ 71 h 214"/>
                <a:gd name="T24" fmla="*/ 71 w 227"/>
                <a:gd name="T25" fmla="*/ 0 h 214"/>
                <a:gd name="T26" fmla="*/ 81 w 227"/>
                <a:gd name="T27" fmla="*/ 14 h 214"/>
                <a:gd name="T28" fmla="*/ 35 w 227"/>
                <a:gd name="T29" fmla="*/ 64 h 214"/>
                <a:gd name="T30" fmla="*/ 74 w 227"/>
                <a:gd name="T31" fmla="*/ 68 h 214"/>
                <a:gd name="T32" fmla="*/ 115 w 227"/>
                <a:gd name="T33" fmla="*/ 7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14">
                  <a:moveTo>
                    <a:pt x="115" y="71"/>
                  </a:moveTo>
                  <a:cubicBezTo>
                    <a:pt x="115" y="71"/>
                    <a:pt x="151" y="63"/>
                    <a:pt x="157" y="68"/>
                  </a:cubicBezTo>
                  <a:cubicBezTo>
                    <a:pt x="163" y="72"/>
                    <a:pt x="188" y="64"/>
                    <a:pt x="188" y="64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0" y="5"/>
                    <a:pt x="160" y="5"/>
                    <a:pt x="160" y="5"/>
                  </a:cubicBezTo>
                  <a:cubicBezTo>
                    <a:pt x="160" y="5"/>
                    <a:pt x="227" y="53"/>
                    <a:pt x="222" y="77"/>
                  </a:cubicBezTo>
                  <a:cubicBezTo>
                    <a:pt x="219" y="93"/>
                    <a:pt x="164" y="108"/>
                    <a:pt x="164" y="108"/>
                  </a:cubicBezTo>
                  <a:cubicBezTo>
                    <a:pt x="164" y="108"/>
                    <a:pt x="161" y="152"/>
                    <a:pt x="149" y="193"/>
                  </a:cubicBezTo>
                  <a:cubicBezTo>
                    <a:pt x="110" y="214"/>
                    <a:pt x="110" y="214"/>
                    <a:pt x="110" y="214"/>
                  </a:cubicBezTo>
                  <a:cubicBezTo>
                    <a:pt x="83" y="192"/>
                    <a:pt x="83" y="192"/>
                    <a:pt x="83" y="192"/>
                  </a:cubicBezTo>
                  <a:cubicBezTo>
                    <a:pt x="83" y="192"/>
                    <a:pt x="84" y="143"/>
                    <a:pt x="69" y="107"/>
                  </a:cubicBezTo>
                  <a:cubicBezTo>
                    <a:pt x="69" y="107"/>
                    <a:pt x="1" y="94"/>
                    <a:pt x="0" y="71"/>
                  </a:cubicBezTo>
                  <a:cubicBezTo>
                    <a:pt x="0" y="52"/>
                    <a:pt x="71" y="0"/>
                    <a:pt x="71" y="0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41" y="49"/>
                    <a:pt x="35" y="64"/>
                  </a:cubicBezTo>
                  <a:cubicBezTo>
                    <a:pt x="35" y="64"/>
                    <a:pt x="51" y="73"/>
                    <a:pt x="74" y="68"/>
                  </a:cubicBezTo>
                  <a:cubicBezTo>
                    <a:pt x="99" y="61"/>
                    <a:pt x="115" y="71"/>
                    <a:pt x="115" y="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3" name="Freeform 138"/>
            <p:cNvSpPr/>
            <p:nvPr/>
          </p:nvSpPr>
          <p:spPr bwMode="auto">
            <a:xfrm>
              <a:off x="10839487" y="3947742"/>
              <a:ext cx="90840" cy="134578"/>
            </a:xfrm>
            <a:custGeom>
              <a:avLst/>
              <a:gdLst>
                <a:gd name="T0" fmla="*/ 22 w 26"/>
                <a:gd name="T1" fmla="*/ 28 h 39"/>
                <a:gd name="T2" fmla="*/ 26 w 26"/>
                <a:gd name="T3" fmla="*/ 15 h 39"/>
                <a:gd name="T4" fmla="*/ 23 w 26"/>
                <a:gd name="T5" fmla="*/ 8 h 39"/>
                <a:gd name="T6" fmla="*/ 23 w 26"/>
                <a:gd name="T7" fmla="*/ 14 h 39"/>
                <a:gd name="T8" fmla="*/ 21 w 26"/>
                <a:gd name="T9" fmla="*/ 18 h 39"/>
                <a:gd name="T10" fmla="*/ 17 w 26"/>
                <a:gd name="T11" fmla="*/ 8 h 39"/>
                <a:gd name="T12" fmla="*/ 10 w 26"/>
                <a:gd name="T13" fmla="*/ 1 h 39"/>
                <a:gd name="T14" fmla="*/ 9 w 26"/>
                <a:gd name="T15" fmla="*/ 2 h 39"/>
                <a:gd name="T16" fmla="*/ 13 w 26"/>
                <a:gd name="T17" fmla="*/ 9 h 39"/>
                <a:gd name="T18" fmla="*/ 15 w 26"/>
                <a:gd name="T19" fmla="*/ 13 h 39"/>
                <a:gd name="T20" fmla="*/ 9 w 26"/>
                <a:gd name="T21" fmla="*/ 10 h 39"/>
                <a:gd name="T22" fmla="*/ 0 w 26"/>
                <a:gd name="T23" fmla="*/ 8 h 39"/>
                <a:gd name="T24" fmla="*/ 5 w 26"/>
                <a:gd name="T25" fmla="*/ 12 h 39"/>
                <a:gd name="T26" fmla="*/ 10 w 26"/>
                <a:gd name="T27" fmla="*/ 16 h 39"/>
                <a:gd name="T28" fmla="*/ 5 w 26"/>
                <a:gd name="T29" fmla="*/ 15 h 39"/>
                <a:gd name="T30" fmla="*/ 0 w 26"/>
                <a:gd name="T31" fmla="*/ 16 h 39"/>
                <a:gd name="T32" fmla="*/ 2 w 26"/>
                <a:gd name="T33" fmla="*/ 18 h 39"/>
                <a:gd name="T34" fmla="*/ 1 w 26"/>
                <a:gd name="T35" fmla="*/ 19 h 39"/>
                <a:gd name="T36" fmla="*/ 4 w 26"/>
                <a:gd name="T37" fmla="*/ 20 h 39"/>
                <a:gd name="T38" fmla="*/ 7 w 26"/>
                <a:gd name="T39" fmla="*/ 23 h 39"/>
                <a:gd name="T40" fmla="*/ 16 w 26"/>
                <a:gd name="T41" fmla="*/ 34 h 39"/>
                <a:gd name="T42" fmla="*/ 21 w 26"/>
                <a:gd name="T43" fmla="*/ 39 h 39"/>
                <a:gd name="T44" fmla="*/ 22 w 26"/>
                <a:gd name="T45" fmla="*/ 2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9">
                  <a:moveTo>
                    <a:pt x="22" y="28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1" y="9"/>
                    <a:pt x="23" y="14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8" y="0"/>
                    <a:pt x="9" y="2"/>
                  </a:cubicBezTo>
                  <a:cubicBezTo>
                    <a:pt x="9" y="4"/>
                    <a:pt x="13" y="9"/>
                    <a:pt x="13" y="9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11"/>
                    <a:pt x="5" y="12"/>
                  </a:cubicBezTo>
                  <a:cubicBezTo>
                    <a:pt x="8" y="12"/>
                    <a:pt x="10" y="16"/>
                    <a:pt x="10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0" y="15"/>
                    <a:pt x="0" y="16"/>
                  </a:cubicBezTo>
                  <a:cubicBezTo>
                    <a:pt x="0" y="18"/>
                    <a:pt x="2" y="18"/>
                    <a:pt x="2" y="18"/>
                  </a:cubicBezTo>
                  <a:cubicBezTo>
                    <a:pt x="2" y="18"/>
                    <a:pt x="1" y="18"/>
                    <a:pt x="1" y="19"/>
                  </a:cubicBezTo>
                  <a:cubicBezTo>
                    <a:pt x="2" y="20"/>
                    <a:pt x="4" y="20"/>
                    <a:pt x="4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10" y="34"/>
                    <a:pt x="16" y="34"/>
                  </a:cubicBezTo>
                  <a:cubicBezTo>
                    <a:pt x="18" y="34"/>
                    <a:pt x="21" y="39"/>
                    <a:pt x="21" y="39"/>
                  </a:cubicBezTo>
                  <a:lnTo>
                    <a:pt x="22" y="28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4" name="Freeform 139"/>
            <p:cNvSpPr/>
            <p:nvPr/>
          </p:nvSpPr>
          <p:spPr bwMode="auto">
            <a:xfrm>
              <a:off x="10736871" y="4477644"/>
              <a:ext cx="102617" cy="341493"/>
            </a:xfrm>
            <a:custGeom>
              <a:avLst/>
              <a:gdLst>
                <a:gd name="T0" fmla="*/ 16 w 29"/>
                <a:gd name="T1" fmla="*/ 0 h 98"/>
                <a:gd name="T2" fmla="*/ 10 w 29"/>
                <a:gd name="T3" fmla="*/ 12 h 98"/>
                <a:gd name="T4" fmla="*/ 29 w 29"/>
                <a:gd name="T5" fmla="*/ 91 h 98"/>
                <a:gd name="T6" fmla="*/ 19 w 29"/>
                <a:gd name="T7" fmla="*/ 98 h 98"/>
                <a:gd name="T8" fmla="*/ 8 w 29"/>
                <a:gd name="T9" fmla="*/ 90 h 98"/>
                <a:gd name="T10" fmla="*/ 5 w 29"/>
                <a:gd name="T11" fmla="*/ 14 h 98"/>
                <a:gd name="T12" fmla="*/ 0 w 29"/>
                <a:gd name="T13" fmla="*/ 1 h 98"/>
                <a:gd name="T14" fmla="*/ 8 w 29"/>
                <a:gd name="T15" fmla="*/ 1 h 98"/>
                <a:gd name="T16" fmla="*/ 16 w 29"/>
                <a:gd name="T1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8">
                  <a:moveTo>
                    <a:pt x="16" y="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24" y="49"/>
                    <a:pt x="29" y="9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8" y="90"/>
                    <a:pt x="18" y="48"/>
                    <a:pt x="5" y="1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5" name="Freeform 140"/>
            <p:cNvSpPr/>
            <p:nvPr/>
          </p:nvSpPr>
          <p:spPr bwMode="auto">
            <a:xfrm>
              <a:off x="10765469" y="4452411"/>
              <a:ext cx="55514" cy="70654"/>
            </a:xfrm>
            <a:custGeom>
              <a:avLst/>
              <a:gdLst>
                <a:gd name="T0" fmla="*/ 33 w 33"/>
                <a:gd name="T1" fmla="*/ 13 h 42"/>
                <a:gd name="T2" fmla="*/ 21 w 33"/>
                <a:gd name="T3" fmla="*/ 0 h 42"/>
                <a:gd name="T4" fmla="*/ 0 w 33"/>
                <a:gd name="T5" fmla="*/ 17 h 42"/>
                <a:gd name="T6" fmla="*/ 25 w 33"/>
                <a:gd name="T7" fmla="*/ 42 h 42"/>
                <a:gd name="T8" fmla="*/ 33 w 33"/>
                <a:gd name="T9" fmla="*/ 1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2">
                  <a:moveTo>
                    <a:pt x="33" y="13"/>
                  </a:moveTo>
                  <a:lnTo>
                    <a:pt x="21" y="0"/>
                  </a:lnTo>
                  <a:lnTo>
                    <a:pt x="0" y="17"/>
                  </a:lnTo>
                  <a:lnTo>
                    <a:pt x="25" y="42"/>
                  </a:lnTo>
                  <a:lnTo>
                    <a:pt x="33" y="1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6" name="Freeform 141"/>
            <p:cNvSpPr/>
            <p:nvPr/>
          </p:nvSpPr>
          <p:spPr bwMode="auto">
            <a:xfrm>
              <a:off x="10691451" y="4455775"/>
              <a:ext cx="74018" cy="63925"/>
            </a:xfrm>
            <a:custGeom>
              <a:avLst/>
              <a:gdLst>
                <a:gd name="T0" fmla="*/ 44 w 44"/>
                <a:gd name="T1" fmla="*/ 15 h 38"/>
                <a:gd name="T2" fmla="*/ 15 w 44"/>
                <a:gd name="T3" fmla="*/ 38 h 38"/>
                <a:gd name="T4" fmla="*/ 0 w 44"/>
                <a:gd name="T5" fmla="*/ 11 h 38"/>
                <a:gd name="T6" fmla="*/ 15 w 44"/>
                <a:gd name="T7" fmla="*/ 0 h 38"/>
                <a:gd name="T8" fmla="*/ 44 w 44"/>
                <a:gd name="T9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38">
                  <a:moveTo>
                    <a:pt x="44" y="15"/>
                  </a:moveTo>
                  <a:lnTo>
                    <a:pt x="15" y="38"/>
                  </a:lnTo>
                  <a:lnTo>
                    <a:pt x="0" y="11"/>
                  </a:lnTo>
                  <a:lnTo>
                    <a:pt x="15" y="0"/>
                  </a:lnTo>
                  <a:lnTo>
                    <a:pt x="44" y="1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7" name="Freeform 142"/>
            <p:cNvSpPr/>
            <p:nvPr/>
          </p:nvSpPr>
          <p:spPr bwMode="auto">
            <a:xfrm>
              <a:off x="10820983" y="4581942"/>
              <a:ext cx="74018" cy="94205"/>
            </a:xfrm>
            <a:custGeom>
              <a:avLst/>
              <a:gdLst>
                <a:gd name="T0" fmla="*/ 19 w 21"/>
                <a:gd name="T1" fmla="*/ 2 h 27"/>
                <a:gd name="T2" fmla="*/ 0 w 21"/>
                <a:gd name="T3" fmla="*/ 4 h 27"/>
                <a:gd name="T4" fmla="*/ 4 w 21"/>
                <a:gd name="T5" fmla="*/ 23 h 27"/>
                <a:gd name="T6" fmla="*/ 14 w 21"/>
                <a:gd name="T7" fmla="*/ 27 h 27"/>
                <a:gd name="T8" fmla="*/ 21 w 21"/>
                <a:gd name="T9" fmla="*/ 21 h 27"/>
                <a:gd name="T10" fmla="*/ 19 w 21"/>
                <a:gd name="T11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7">
                  <a:moveTo>
                    <a:pt x="19" y="2"/>
                  </a:moveTo>
                  <a:cubicBezTo>
                    <a:pt x="19" y="2"/>
                    <a:pt x="9" y="0"/>
                    <a:pt x="0" y="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21" y="21"/>
                    <a:pt x="21" y="21"/>
                    <a:pt x="21" y="21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8" name="Freeform 143"/>
            <p:cNvSpPr/>
            <p:nvPr/>
          </p:nvSpPr>
          <p:spPr bwMode="auto">
            <a:xfrm>
              <a:off x="10467714" y="4909977"/>
              <a:ext cx="615696" cy="1106907"/>
            </a:xfrm>
            <a:custGeom>
              <a:avLst/>
              <a:gdLst>
                <a:gd name="T0" fmla="*/ 117 w 176"/>
                <a:gd name="T1" fmla="*/ 1 h 317"/>
                <a:gd name="T2" fmla="*/ 51 w 176"/>
                <a:gd name="T3" fmla="*/ 0 h 317"/>
                <a:gd name="T4" fmla="*/ 46 w 176"/>
                <a:gd name="T5" fmla="*/ 25 h 317"/>
                <a:gd name="T6" fmla="*/ 7 w 176"/>
                <a:gd name="T7" fmla="*/ 153 h 317"/>
                <a:gd name="T8" fmla="*/ 20 w 176"/>
                <a:gd name="T9" fmla="*/ 283 h 317"/>
                <a:gd name="T10" fmla="*/ 4 w 176"/>
                <a:gd name="T11" fmla="*/ 310 h 317"/>
                <a:gd name="T12" fmla="*/ 39 w 176"/>
                <a:gd name="T13" fmla="*/ 291 h 317"/>
                <a:gd name="T14" fmla="*/ 34 w 176"/>
                <a:gd name="T15" fmla="*/ 157 h 317"/>
                <a:gd name="T16" fmla="*/ 85 w 176"/>
                <a:gd name="T17" fmla="*/ 68 h 317"/>
                <a:gd name="T18" fmla="*/ 137 w 176"/>
                <a:gd name="T19" fmla="*/ 166 h 317"/>
                <a:gd name="T20" fmla="*/ 127 w 176"/>
                <a:gd name="T21" fmla="*/ 291 h 317"/>
                <a:gd name="T22" fmla="*/ 175 w 176"/>
                <a:gd name="T23" fmla="*/ 307 h 317"/>
                <a:gd name="T24" fmla="*/ 147 w 176"/>
                <a:gd name="T25" fmla="*/ 284 h 317"/>
                <a:gd name="T26" fmla="*/ 164 w 176"/>
                <a:gd name="T27" fmla="*/ 160 h 317"/>
                <a:gd name="T28" fmla="*/ 119 w 176"/>
                <a:gd name="T29" fmla="*/ 21 h 317"/>
                <a:gd name="T30" fmla="*/ 117 w 176"/>
                <a:gd name="T31" fmla="*/ 1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6" h="317">
                  <a:moveTo>
                    <a:pt x="117" y="1"/>
                  </a:moveTo>
                  <a:cubicBezTo>
                    <a:pt x="117" y="1"/>
                    <a:pt x="80" y="12"/>
                    <a:pt x="51" y="0"/>
                  </a:cubicBezTo>
                  <a:cubicBezTo>
                    <a:pt x="51" y="0"/>
                    <a:pt x="47" y="19"/>
                    <a:pt x="46" y="25"/>
                  </a:cubicBezTo>
                  <a:cubicBezTo>
                    <a:pt x="39" y="61"/>
                    <a:pt x="8" y="117"/>
                    <a:pt x="7" y="153"/>
                  </a:cubicBezTo>
                  <a:cubicBezTo>
                    <a:pt x="6" y="193"/>
                    <a:pt x="20" y="283"/>
                    <a:pt x="20" y="283"/>
                  </a:cubicBezTo>
                  <a:cubicBezTo>
                    <a:pt x="0" y="305"/>
                    <a:pt x="4" y="310"/>
                    <a:pt x="4" y="310"/>
                  </a:cubicBezTo>
                  <a:cubicBezTo>
                    <a:pt x="33" y="316"/>
                    <a:pt x="39" y="291"/>
                    <a:pt x="39" y="291"/>
                  </a:cubicBezTo>
                  <a:cubicBezTo>
                    <a:pt x="39" y="291"/>
                    <a:pt x="28" y="196"/>
                    <a:pt x="34" y="157"/>
                  </a:cubicBezTo>
                  <a:cubicBezTo>
                    <a:pt x="38" y="131"/>
                    <a:pt x="75" y="68"/>
                    <a:pt x="85" y="68"/>
                  </a:cubicBezTo>
                  <a:cubicBezTo>
                    <a:pt x="93" y="68"/>
                    <a:pt x="132" y="149"/>
                    <a:pt x="137" y="166"/>
                  </a:cubicBezTo>
                  <a:cubicBezTo>
                    <a:pt x="142" y="182"/>
                    <a:pt x="127" y="291"/>
                    <a:pt x="127" y="291"/>
                  </a:cubicBezTo>
                  <a:cubicBezTo>
                    <a:pt x="127" y="291"/>
                    <a:pt x="153" y="317"/>
                    <a:pt x="175" y="307"/>
                  </a:cubicBezTo>
                  <a:cubicBezTo>
                    <a:pt x="175" y="307"/>
                    <a:pt x="176" y="296"/>
                    <a:pt x="147" y="284"/>
                  </a:cubicBezTo>
                  <a:cubicBezTo>
                    <a:pt x="147" y="284"/>
                    <a:pt x="162" y="213"/>
                    <a:pt x="164" y="160"/>
                  </a:cubicBezTo>
                  <a:cubicBezTo>
                    <a:pt x="165" y="138"/>
                    <a:pt x="128" y="58"/>
                    <a:pt x="119" y="21"/>
                  </a:cubicBezTo>
                  <a:cubicBezTo>
                    <a:pt x="118" y="16"/>
                    <a:pt x="117" y="1"/>
                    <a:pt x="117" y="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59" name="Freeform 144"/>
            <p:cNvSpPr/>
            <p:nvPr/>
          </p:nvSpPr>
          <p:spPr bwMode="auto">
            <a:xfrm>
              <a:off x="10755375" y="4938575"/>
              <a:ext cx="62243" cy="38692"/>
            </a:xfrm>
            <a:custGeom>
              <a:avLst/>
              <a:gdLst>
                <a:gd name="T0" fmla="*/ 18 w 18"/>
                <a:gd name="T1" fmla="*/ 0 h 11"/>
                <a:gd name="T2" fmla="*/ 18 w 18"/>
                <a:gd name="T3" fmla="*/ 7 h 11"/>
                <a:gd name="T4" fmla="*/ 0 w 18"/>
                <a:gd name="T5" fmla="*/ 9 h 11"/>
                <a:gd name="T6" fmla="*/ 0 w 18"/>
                <a:gd name="T7" fmla="*/ 2 h 11"/>
                <a:gd name="T8" fmla="*/ 18 w 18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1">
                  <a:moveTo>
                    <a:pt x="18" y="0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9" y="11"/>
                    <a:pt x="0" y="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9" y="2"/>
                    <a:pt x="18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0" name="Freeform 145"/>
            <p:cNvSpPr/>
            <p:nvPr/>
          </p:nvSpPr>
          <p:spPr bwMode="auto">
            <a:xfrm>
              <a:off x="10472761" y="2596910"/>
              <a:ext cx="230466" cy="324671"/>
            </a:xfrm>
            <a:custGeom>
              <a:avLst/>
              <a:gdLst>
                <a:gd name="T0" fmla="*/ 66 w 66"/>
                <a:gd name="T1" fmla="*/ 71 h 93"/>
                <a:gd name="T2" fmla="*/ 54 w 66"/>
                <a:gd name="T3" fmla="*/ 93 h 93"/>
                <a:gd name="T4" fmla="*/ 31 w 66"/>
                <a:gd name="T5" fmla="*/ 87 h 93"/>
                <a:gd name="T6" fmla="*/ 30 w 66"/>
                <a:gd name="T7" fmla="*/ 74 h 93"/>
                <a:gd name="T8" fmla="*/ 7 w 66"/>
                <a:gd name="T9" fmla="*/ 50 h 93"/>
                <a:gd name="T10" fmla="*/ 20 w 66"/>
                <a:gd name="T11" fmla="*/ 6 h 93"/>
                <a:gd name="T12" fmla="*/ 55 w 66"/>
                <a:gd name="T13" fmla="*/ 25 h 93"/>
                <a:gd name="T14" fmla="*/ 57 w 66"/>
                <a:gd name="T15" fmla="*/ 50 h 93"/>
                <a:gd name="T16" fmla="*/ 66 w 66"/>
                <a:gd name="T17" fmla="*/ 7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93">
                  <a:moveTo>
                    <a:pt x="66" y="71"/>
                  </a:moveTo>
                  <a:cubicBezTo>
                    <a:pt x="54" y="93"/>
                    <a:pt x="54" y="93"/>
                    <a:pt x="54" y="93"/>
                  </a:cubicBezTo>
                  <a:cubicBezTo>
                    <a:pt x="31" y="87"/>
                    <a:pt x="31" y="87"/>
                    <a:pt x="31" y="87"/>
                  </a:cubicBezTo>
                  <a:cubicBezTo>
                    <a:pt x="31" y="87"/>
                    <a:pt x="38" y="79"/>
                    <a:pt x="30" y="74"/>
                  </a:cubicBezTo>
                  <a:cubicBezTo>
                    <a:pt x="30" y="74"/>
                    <a:pt x="15" y="79"/>
                    <a:pt x="7" y="50"/>
                  </a:cubicBezTo>
                  <a:cubicBezTo>
                    <a:pt x="1" y="29"/>
                    <a:pt x="0" y="14"/>
                    <a:pt x="20" y="6"/>
                  </a:cubicBezTo>
                  <a:cubicBezTo>
                    <a:pt x="36" y="0"/>
                    <a:pt x="49" y="8"/>
                    <a:pt x="55" y="25"/>
                  </a:cubicBezTo>
                  <a:cubicBezTo>
                    <a:pt x="60" y="38"/>
                    <a:pt x="58" y="45"/>
                    <a:pt x="57" y="50"/>
                  </a:cubicBezTo>
                  <a:cubicBezTo>
                    <a:pt x="54" y="57"/>
                    <a:pt x="52" y="61"/>
                    <a:pt x="66" y="71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1" name="Freeform 146"/>
            <p:cNvSpPr/>
            <p:nvPr/>
          </p:nvSpPr>
          <p:spPr bwMode="auto">
            <a:xfrm>
              <a:off x="10577059" y="2763452"/>
              <a:ext cx="126168" cy="158130"/>
            </a:xfrm>
            <a:custGeom>
              <a:avLst/>
              <a:gdLst>
                <a:gd name="T0" fmla="*/ 36 w 36"/>
                <a:gd name="T1" fmla="*/ 23 h 45"/>
                <a:gd name="T2" fmla="*/ 24 w 36"/>
                <a:gd name="T3" fmla="*/ 45 h 45"/>
                <a:gd name="T4" fmla="*/ 1 w 36"/>
                <a:gd name="T5" fmla="*/ 39 h 45"/>
                <a:gd name="T6" fmla="*/ 0 w 36"/>
                <a:gd name="T7" fmla="*/ 26 h 45"/>
                <a:gd name="T8" fmla="*/ 19 w 36"/>
                <a:gd name="T9" fmla="*/ 1 h 45"/>
                <a:gd name="T10" fmla="*/ 27 w 36"/>
                <a:gd name="T11" fmla="*/ 2 h 45"/>
                <a:gd name="T12" fmla="*/ 36 w 36"/>
                <a:gd name="T13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5">
                  <a:moveTo>
                    <a:pt x="36" y="23"/>
                  </a:moveTo>
                  <a:cubicBezTo>
                    <a:pt x="24" y="45"/>
                    <a:pt x="24" y="45"/>
                    <a:pt x="24" y="45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8" y="31"/>
                    <a:pt x="0" y="26"/>
                  </a:cubicBezTo>
                  <a:cubicBezTo>
                    <a:pt x="10" y="21"/>
                    <a:pt x="12" y="3"/>
                    <a:pt x="19" y="1"/>
                  </a:cubicBezTo>
                  <a:cubicBezTo>
                    <a:pt x="21" y="0"/>
                    <a:pt x="24" y="1"/>
                    <a:pt x="27" y="2"/>
                  </a:cubicBezTo>
                  <a:cubicBezTo>
                    <a:pt x="24" y="9"/>
                    <a:pt x="22" y="13"/>
                    <a:pt x="36" y="23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2" name="Freeform 147"/>
            <p:cNvSpPr/>
            <p:nvPr/>
          </p:nvSpPr>
          <p:spPr bwMode="auto">
            <a:xfrm>
              <a:off x="10541733" y="2630555"/>
              <a:ext cx="469343" cy="746910"/>
            </a:xfrm>
            <a:custGeom>
              <a:avLst/>
              <a:gdLst>
                <a:gd name="T0" fmla="*/ 81 w 134"/>
                <a:gd name="T1" fmla="*/ 86 h 214"/>
                <a:gd name="T2" fmla="*/ 123 w 134"/>
                <a:gd name="T3" fmla="*/ 83 h 214"/>
                <a:gd name="T4" fmla="*/ 62 w 134"/>
                <a:gd name="T5" fmla="*/ 0 h 214"/>
                <a:gd name="T6" fmla="*/ 53 w 134"/>
                <a:gd name="T7" fmla="*/ 8 h 214"/>
                <a:gd name="T8" fmla="*/ 91 w 134"/>
                <a:gd name="T9" fmla="*/ 56 h 214"/>
                <a:gd name="T10" fmla="*/ 61 w 134"/>
                <a:gd name="T11" fmla="*/ 56 h 214"/>
                <a:gd name="T12" fmla="*/ 0 w 134"/>
                <a:gd name="T13" fmla="*/ 82 h 214"/>
                <a:gd name="T14" fmla="*/ 0 w 134"/>
                <a:gd name="T15" fmla="*/ 115 h 214"/>
                <a:gd name="T16" fmla="*/ 3 w 134"/>
                <a:gd name="T17" fmla="*/ 198 h 214"/>
                <a:gd name="T18" fmla="*/ 73 w 134"/>
                <a:gd name="T19" fmla="*/ 214 h 214"/>
                <a:gd name="T20" fmla="*/ 81 w 134"/>
                <a:gd name="T21" fmla="*/ 86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214">
                  <a:moveTo>
                    <a:pt x="81" y="86"/>
                  </a:moveTo>
                  <a:cubicBezTo>
                    <a:pt x="81" y="86"/>
                    <a:pt x="119" y="93"/>
                    <a:pt x="123" y="83"/>
                  </a:cubicBezTo>
                  <a:cubicBezTo>
                    <a:pt x="134" y="60"/>
                    <a:pt x="62" y="0"/>
                    <a:pt x="62" y="0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1" y="56"/>
                    <a:pt x="68" y="55"/>
                    <a:pt x="61" y="56"/>
                  </a:cubicBezTo>
                  <a:cubicBezTo>
                    <a:pt x="45" y="59"/>
                    <a:pt x="0" y="82"/>
                    <a:pt x="0" y="82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13" y="130"/>
                    <a:pt x="7" y="176"/>
                    <a:pt x="3" y="198"/>
                  </a:cubicBezTo>
                  <a:cubicBezTo>
                    <a:pt x="73" y="214"/>
                    <a:pt x="73" y="214"/>
                    <a:pt x="73" y="214"/>
                  </a:cubicBezTo>
                  <a:cubicBezTo>
                    <a:pt x="73" y="214"/>
                    <a:pt x="97" y="153"/>
                    <a:pt x="81" y="8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3" name="Freeform 148"/>
            <p:cNvSpPr/>
            <p:nvPr/>
          </p:nvSpPr>
          <p:spPr bwMode="auto">
            <a:xfrm>
              <a:off x="10457621" y="2585135"/>
              <a:ext cx="227102" cy="196821"/>
            </a:xfrm>
            <a:custGeom>
              <a:avLst/>
              <a:gdLst>
                <a:gd name="T0" fmla="*/ 27 w 65"/>
                <a:gd name="T1" fmla="*/ 23 h 56"/>
                <a:gd name="T2" fmla="*/ 39 w 65"/>
                <a:gd name="T3" fmla="*/ 31 h 56"/>
                <a:gd name="T4" fmla="*/ 49 w 65"/>
                <a:gd name="T5" fmla="*/ 39 h 56"/>
                <a:gd name="T6" fmla="*/ 54 w 65"/>
                <a:gd name="T7" fmla="*/ 31 h 56"/>
                <a:gd name="T8" fmla="*/ 54 w 65"/>
                <a:gd name="T9" fmla="*/ 50 h 56"/>
                <a:gd name="T10" fmla="*/ 60 w 65"/>
                <a:gd name="T11" fmla="*/ 56 h 56"/>
                <a:gd name="T12" fmla="*/ 65 w 65"/>
                <a:gd name="T13" fmla="*/ 50 h 56"/>
                <a:gd name="T14" fmla="*/ 50 w 65"/>
                <a:gd name="T15" fmla="*/ 7 h 56"/>
                <a:gd name="T16" fmla="*/ 40 w 65"/>
                <a:gd name="T17" fmla="*/ 7 h 56"/>
                <a:gd name="T18" fmla="*/ 24 w 65"/>
                <a:gd name="T19" fmla="*/ 3 h 56"/>
                <a:gd name="T20" fmla="*/ 1 w 65"/>
                <a:gd name="T21" fmla="*/ 32 h 56"/>
                <a:gd name="T22" fmla="*/ 10 w 65"/>
                <a:gd name="T23" fmla="*/ 47 h 56"/>
                <a:gd name="T24" fmla="*/ 12 w 65"/>
                <a:gd name="T25" fmla="*/ 38 h 56"/>
                <a:gd name="T26" fmla="*/ 27 w 65"/>
                <a:gd name="T27" fmla="*/ 2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" h="56">
                  <a:moveTo>
                    <a:pt x="27" y="23"/>
                  </a:moveTo>
                  <a:cubicBezTo>
                    <a:pt x="27" y="22"/>
                    <a:pt x="32" y="31"/>
                    <a:pt x="39" y="31"/>
                  </a:cubicBezTo>
                  <a:cubicBezTo>
                    <a:pt x="45" y="31"/>
                    <a:pt x="49" y="39"/>
                    <a:pt x="49" y="39"/>
                  </a:cubicBezTo>
                  <a:cubicBezTo>
                    <a:pt x="49" y="39"/>
                    <a:pt x="48" y="29"/>
                    <a:pt x="54" y="31"/>
                  </a:cubicBezTo>
                  <a:cubicBezTo>
                    <a:pt x="60" y="33"/>
                    <a:pt x="61" y="52"/>
                    <a:pt x="54" y="50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0" y="56"/>
                    <a:pt x="65" y="53"/>
                    <a:pt x="65" y="50"/>
                  </a:cubicBezTo>
                  <a:cubicBezTo>
                    <a:pt x="65" y="46"/>
                    <a:pt x="63" y="12"/>
                    <a:pt x="50" y="7"/>
                  </a:cubicBezTo>
                  <a:cubicBezTo>
                    <a:pt x="36" y="3"/>
                    <a:pt x="40" y="7"/>
                    <a:pt x="40" y="7"/>
                  </a:cubicBezTo>
                  <a:cubicBezTo>
                    <a:pt x="40" y="7"/>
                    <a:pt x="36" y="0"/>
                    <a:pt x="24" y="3"/>
                  </a:cubicBezTo>
                  <a:cubicBezTo>
                    <a:pt x="13" y="6"/>
                    <a:pt x="0" y="26"/>
                    <a:pt x="1" y="32"/>
                  </a:cubicBezTo>
                  <a:cubicBezTo>
                    <a:pt x="1" y="39"/>
                    <a:pt x="10" y="47"/>
                    <a:pt x="10" y="47"/>
                  </a:cubicBezTo>
                  <a:cubicBezTo>
                    <a:pt x="10" y="47"/>
                    <a:pt x="8" y="42"/>
                    <a:pt x="12" y="38"/>
                  </a:cubicBezTo>
                  <a:cubicBezTo>
                    <a:pt x="16" y="34"/>
                    <a:pt x="26" y="29"/>
                    <a:pt x="27" y="23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4" name="Freeform 149"/>
            <p:cNvSpPr/>
            <p:nvPr/>
          </p:nvSpPr>
          <p:spPr bwMode="auto">
            <a:xfrm>
              <a:off x="10566966" y="2892983"/>
              <a:ext cx="79065" cy="344858"/>
            </a:xfrm>
            <a:custGeom>
              <a:avLst/>
              <a:gdLst>
                <a:gd name="T0" fmla="*/ 21 w 23"/>
                <a:gd name="T1" fmla="*/ 2 h 99"/>
                <a:gd name="T2" fmla="*/ 18 w 23"/>
                <a:gd name="T3" fmla="*/ 15 h 99"/>
                <a:gd name="T4" fmla="*/ 21 w 23"/>
                <a:gd name="T5" fmla="*/ 88 h 99"/>
                <a:gd name="T6" fmla="*/ 5 w 23"/>
                <a:gd name="T7" fmla="*/ 99 h 99"/>
                <a:gd name="T8" fmla="*/ 0 w 23"/>
                <a:gd name="T9" fmla="*/ 88 h 99"/>
                <a:gd name="T10" fmla="*/ 8 w 23"/>
                <a:gd name="T11" fmla="*/ 68 h 99"/>
                <a:gd name="T12" fmla="*/ 14 w 23"/>
                <a:gd name="T13" fmla="*/ 15 h 99"/>
                <a:gd name="T14" fmla="*/ 8 w 23"/>
                <a:gd name="T15" fmla="*/ 6 h 99"/>
                <a:gd name="T16" fmla="*/ 12 w 23"/>
                <a:gd name="T17" fmla="*/ 0 h 99"/>
                <a:gd name="T18" fmla="*/ 21 w 23"/>
                <a:gd name="T19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99">
                  <a:moveTo>
                    <a:pt x="21" y="2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23" y="64"/>
                    <a:pt x="21" y="88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8"/>
                    <a:pt x="3" y="85"/>
                    <a:pt x="8" y="68"/>
                  </a:cubicBezTo>
                  <a:cubicBezTo>
                    <a:pt x="12" y="52"/>
                    <a:pt x="14" y="15"/>
                    <a:pt x="14" y="1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21" y="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5" name="Freeform 150"/>
            <p:cNvSpPr/>
            <p:nvPr/>
          </p:nvSpPr>
          <p:spPr bwMode="auto">
            <a:xfrm>
              <a:off x="10566966" y="2815600"/>
              <a:ext cx="146355" cy="126168"/>
            </a:xfrm>
            <a:custGeom>
              <a:avLst/>
              <a:gdLst>
                <a:gd name="T0" fmla="*/ 14 w 87"/>
                <a:gd name="T1" fmla="*/ 33 h 75"/>
                <a:gd name="T2" fmla="*/ 27 w 87"/>
                <a:gd name="T3" fmla="*/ 40 h 75"/>
                <a:gd name="T4" fmla="*/ 62 w 87"/>
                <a:gd name="T5" fmla="*/ 0 h 75"/>
                <a:gd name="T6" fmla="*/ 87 w 87"/>
                <a:gd name="T7" fmla="*/ 9 h 75"/>
                <a:gd name="T8" fmla="*/ 66 w 87"/>
                <a:gd name="T9" fmla="*/ 69 h 75"/>
                <a:gd name="T10" fmla="*/ 27 w 87"/>
                <a:gd name="T11" fmla="*/ 50 h 75"/>
                <a:gd name="T12" fmla="*/ 14 w 87"/>
                <a:gd name="T13" fmla="*/ 75 h 75"/>
                <a:gd name="T14" fmla="*/ 0 w 87"/>
                <a:gd name="T15" fmla="*/ 54 h 75"/>
                <a:gd name="T16" fmla="*/ 14 w 87"/>
                <a:gd name="T17" fmla="*/ 3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75">
                  <a:moveTo>
                    <a:pt x="14" y="33"/>
                  </a:moveTo>
                  <a:lnTo>
                    <a:pt x="27" y="40"/>
                  </a:lnTo>
                  <a:lnTo>
                    <a:pt x="62" y="0"/>
                  </a:lnTo>
                  <a:lnTo>
                    <a:pt x="87" y="9"/>
                  </a:lnTo>
                  <a:lnTo>
                    <a:pt x="66" y="69"/>
                  </a:lnTo>
                  <a:lnTo>
                    <a:pt x="27" y="50"/>
                  </a:lnTo>
                  <a:lnTo>
                    <a:pt x="14" y="75"/>
                  </a:lnTo>
                  <a:lnTo>
                    <a:pt x="0" y="54"/>
                  </a:lnTo>
                  <a:lnTo>
                    <a:pt x="14" y="33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6" name="Freeform 151"/>
            <p:cNvSpPr/>
            <p:nvPr/>
          </p:nvSpPr>
          <p:spPr bwMode="auto">
            <a:xfrm>
              <a:off x="10699862" y="2585135"/>
              <a:ext cx="58879" cy="102617"/>
            </a:xfrm>
            <a:custGeom>
              <a:avLst/>
              <a:gdLst>
                <a:gd name="T0" fmla="*/ 17 w 17"/>
                <a:gd name="T1" fmla="*/ 15 h 29"/>
                <a:gd name="T2" fmla="*/ 4 w 17"/>
                <a:gd name="T3" fmla="*/ 0 h 29"/>
                <a:gd name="T4" fmla="*/ 4 w 17"/>
                <a:gd name="T5" fmla="*/ 18 h 29"/>
                <a:gd name="T6" fmla="*/ 17 w 17"/>
                <a:gd name="T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9">
                  <a:moveTo>
                    <a:pt x="17" y="15"/>
                  </a:moveTo>
                  <a:cubicBezTo>
                    <a:pt x="17" y="15"/>
                    <a:pt x="8" y="0"/>
                    <a:pt x="4" y="0"/>
                  </a:cubicBezTo>
                  <a:cubicBezTo>
                    <a:pt x="0" y="0"/>
                    <a:pt x="4" y="18"/>
                    <a:pt x="4" y="18"/>
                  </a:cubicBezTo>
                  <a:cubicBezTo>
                    <a:pt x="4" y="18"/>
                    <a:pt x="9" y="29"/>
                    <a:pt x="17" y="1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7" name="Freeform 152"/>
            <p:cNvSpPr/>
            <p:nvPr/>
          </p:nvSpPr>
          <p:spPr bwMode="auto">
            <a:xfrm>
              <a:off x="10010148" y="3305130"/>
              <a:ext cx="787284" cy="1273449"/>
            </a:xfrm>
            <a:custGeom>
              <a:avLst/>
              <a:gdLst>
                <a:gd name="T0" fmla="*/ 225 w 225"/>
                <a:gd name="T1" fmla="*/ 21 h 365"/>
                <a:gd name="T2" fmla="*/ 182 w 225"/>
                <a:gd name="T3" fmla="*/ 202 h 365"/>
                <a:gd name="T4" fmla="*/ 190 w 225"/>
                <a:gd name="T5" fmla="*/ 322 h 365"/>
                <a:gd name="T6" fmla="*/ 174 w 225"/>
                <a:gd name="T7" fmla="*/ 362 h 365"/>
                <a:gd name="T8" fmla="*/ 173 w 225"/>
                <a:gd name="T9" fmla="*/ 324 h 365"/>
                <a:gd name="T10" fmla="*/ 152 w 225"/>
                <a:gd name="T11" fmla="*/ 196 h 365"/>
                <a:gd name="T12" fmla="*/ 161 w 225"/>
                <a:gd name="T13" fmla="*/ 62 h 365"/>
                <a:gd name="T14" fmla="*/ 92 w 225"/>
                <a:gd name="T15" fmla="*/ 143 h 365"/>
                <a:gd name="T16" fmla="*/ 61 w 225"/>
                <a:gd name="T17" fmla="*/ 289 h 365"/>
                <a:gd name="T18" fmla="*/ 0 w 225"/>
                <a:gd name="T19" fmla="*/ 275 h 365"/>
                <a:gd name="T20" fmla="*/ 37 w 225"/>
                <a:gd name="T21" fmla="*/ 270 h 365"/>
                <a:gd name="T22" fmla="*/ 69 w 225"/>
                <a:gd name="T23" fmla="*/ 126 h 365"/>
                <a:gd name="T24" fmla="*/ 155 w 225"/>
                <a:gd name="T25" fmla="*/ 5 h 365"/>
                <a:gd name="T26" fmla="*/ 225 w 225"/>
                <a:gd name="T27" fmla="*/ 21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5" h="365">
                  <a:moveTo>
                    <a:pt x="225" y="21"/>
                  </a:moveTo>
                  <a:cubicBezTo>
                    <a:pt x="182" y="202"/>
                    <a:pt x="182" y="202"/>
                    <a:pt x="182" y="20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1" y="365"/>
                    <a:pt x="174" y="362"/>
                  </a:cubicBezTo>
                  <a:cubicBezTo>
                    <a:pt x="158" y="359"/>
                    <a:pt x="165" y="343"/>
                    <a:pt x="173" y="324"/>
                  </a:cubicBezTo>
                  <a:cubicBezTo>
                    <a:pt x="173" y="324"/>
                    <a:pt x="152" y="230"/>
                    <a:pt x="152" y="196"/>
                  </a:cubicBezTo>
                  <a:cubicBezTo>
                    <a:pt x="152" y="162"/>
                    <a:pt x="161" y="62"/>
                    <a:pt x="161" y="62"/>
                  </a:cubicBezTo>
                  <a:cubicBezTo>
                    <a:pt x="92" y="143"/>
                    <a:pt x="92" y="143"/>
                    <a:pt x="92" y="143"/>
                  </a:cubicBezTo>
                  <a:cubicBezTo>
                    <a:pt x="61" y="289"/>
                    <a:pt x="61" y="289"/>
                    <a:pt x="61" y="289"/>
                  </a:cubicBezTo>
                  <a:cubicBezTo>
                    <a:pt x="61" y="289"/>
                    <a:pt x="22" y="291"/>
                    <a:pt x="0" y="275"/>
                  </a:cubicBezTo>
                  <a:cubicBezTo>
                    <a:pt x="0" y="275"/>
                    <a:pt x="10" y="263"/>
                    <a:pt x="37" y="270"/>
                  </a:cubicBezTo>
                  <a:cubicBezTo>
                    <a:pt x="37" y="270"/>
                    <a:pt x="53" y="159"/>
                    <a:pt x="69" y="126"/>
                  </a:cubicBezTo>
                  <a:cubicBezTo>
                    <a:pt x="84" y="92"/>
                    <a:pt x="137" y="35"/>
                    <a:pt x="155" y="5"/>
                  </a:cubicBezTo>
                  <a:cubicBezTo>
                    <a:pt x="155" y="5"/>
                    <a:pt x="181" y="0"/>
                    <a:pt x="225" y="2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8" name="Freeform 153"/>
            <p:cNvSpPr/>
            <p:nvPr/>
          </p:nvSpPr>
          <p:spPr bwMode="auto">
            <a:xfrm>
              <a:off x="10570330" y="3321952"/>
              <a:ext cx="68972" cy="42056"/>
            </a:xfrm>
            <a:custGeom>
              <a:avLst/>
              <a:gdLst>
                <a:gd name="T0" fmla="*/ 0 w 20"/>
                <a:gd name="T1" fmla="*/ 9 h 12"/>
                <a:gd name="T2" fmla="*/ 17 w 20"/>
                <a:gd name="T3" fmla="*/ 12 h 12"/>
                <a:gd name="T4" fmla="*/ 20 w 20"/>
                <a:gd name="T5" fmla="*/ 4 h 12"/>
                <a:gd name="T6" fmla="*/ 2 w 20"/>
                <a:gd name="T7" fmla="*/ 2 h 12"/>
                <a:gd name="T8" fmla="*/ 0 w 20"/>
                <a:gd name="T9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2">
                  <a:moveTo>
                    <a:pt x="0" y="9"/>
                  </a:moveTo>
                  <a:cubicBezTo>
                    <a:pt x="0" y="9"/>
                    <a:pt x="7" y="7"/>
                    <a:pt x="17" y="12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10" y="0"/>
                    <a:pt x="2" y="2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69" name="Freeform 154"/>
            <p:cNvSpPr/>
            <p:nvPr/>
          </p:nvSpPr>
          <p:spPr bwMode="auto">
            <a:xfrm>
              <a:off x="10972384" y="2721395"/>
              <a:ext cx="79065" cy="223737"/>
            </a:xfrm>
            <a:custGeom>
              <a:avLst/>
              <a:gdLst>
                <a:gd name="T0" fmla="*/ 13 w 23"/>
                <a:gd name="T1" fmla="*/ 50 h 64"/>
                <a:gd name="T2" fmla="*/ 21 w 23"/>
                <a:gd name="T3" fmla="*/ 43 h 64"/>
                <a:gd name="T4" fmla="*/ 15 w 23"/>
                <a:gd name="T5" fmla="*/ 0 h 64"/>
                <a:gd name="T6" fmla="*/ 8 w 23"/>
                <a:gd name="T7" fmla="*/ 17 h 64"/>
                <a:gd name="T8" fmla="*/ 7 w 23"/>
                <a:gd name="T9" fmla="*/ 39 h 64"/>
                <a:gd name="T10" fmla="*/ 0 w 23"/>
                <a:gd name="T11" fmla="*/ 64 h 64"/>
                <a:gd name="T12" fmla="*/ 13 w 23"/>
                <a:gd name="T13" fmla="*/ 5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4">
                  <a:moveTo>
                    <a:pt x="13" y="50"/>
                  </a:moveTo>
                  <a:cubicBezTo>
                    <a:pt x="13" y="50"/>
                    <a:pt x="20" y="45"/>
                    <a:pt x="21" y="43"/>
                  </a:cubicBezTo>
                  <a:cubicBezTo>
                    <a:pt x="23" y="33"/>
                    <a:pt x="15" y="0"/>
                    <a:pt x="15" y="0"/>
                  </a:cubicBezTo>
                  <a:cubicBezTo>
                    <a:pt x="15" y="0"/>
                    <a:pt x="12" y="13"/>
                    <a:pt x="8" y="17"/>
                  </a:cubicBezTo>
                  <a:cubicBezTo>
                    <a:pt x="5" y="22"/>
                    <a:pt x="9" y="35"/>
                    <a:pt x="7" y="39"/>
                  </a:cubicBezTo>
                  <a:cubicBezTo>
                    <a:pt x="5" y="43"/>
                    <a:pt x="0" y="64"/>
                    <a:pt x="0" y="64"/>
                  </a:cubicBezTo>
                  <a:lnTo>
                    <a:pt x="13" y="50"/>
                  </a:ln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0" name="Freeform 155"/>
            <p:cNvSpPr/>
            <p:nvPr/>
          </p:nvSpPr>
          <p:spPr bwMode="auto">
            <a:xfrm>
              <a:off x="11170887" y="2675976"/>
              <a:ext cx="255699" cy="269157"/>
            </a:xfrm>
            <a:custGeom>
              <a:avLst/>
              <a:gdLst>
                <a:gd name="T0" fmla="*/ 68 w 73"/>
                <a:gd name="T1" fmla="*/ 36 h 77"/>
                <a:gd name="T2" fmla="*/ 41 w 73"/>
                <a:gd name="T3" fmla="*/ 60 h 77"/>
                <a:gd name="T4" fmla="*/ 38 w 73"/>
                <a:gd name="T5" fmla="*/ 77 h 77"/>
                <a:gd name="T6" fmla="*/ 13 w 73"/>
                <a:gd name="T7" fmla="*/ 72 h 77"/>
                <a:gd name="T8" fmla="*/ 1 w 73"/>
                <a:gd name="T9" fmla="*/ 33 h 77"/>
                <a:gd name="T10" fmla="*/ 0 w 73"/>
                <a:gd name="T11" fmla="*/ 27 h 77"/>
                <a:gd name="T12" fmla="*/ 42 w 73"/>
                <a:gd name="T13" fmla="*/ 0 h 77"/>
                <a:gd name="T14" fmla="*/ 46 w 73"/>
                <a:gd name="T15" fmla="*/ 0 h 77"/>
                <a:gd name="T16" fmla="*/ 68 w 73"/>
                <a:gd name="T17" fmla="*/ 3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77">
                  <a:moveTo>
                    <a:pt x="68" y="36"/>
                  </a:moveTo>
                  <a:cubicBezTo>
                    <a:pt x="63" y="53"/>
                    <a:pt x="47" y="55"/>
                    <a:pt x="41" y="60"/>
                  </a:cubicBezTo>
                  <a:cubicBezTo>
                    <a:pt x="35" y="65"/>
                    <a:pt x="38" y="77"/>
                    <a:pt x="38" y="77"/>
                  </a:cubicBezTo>
                  <a:cubicBezTo>
                    <a:pt x="38" y="77"/>
                    <a:pt x="10" y="77"/>
                    <a:pt x="13" y="72"/>
                  </a:cubicBezTo>
                  <a:cubicBezTo>
                    <a:pt x="15" y="68"/>
                    <a:pt x="4" y="46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43" y="0"/>
                    <a:pt x="45" y="0"/>
                    <a:pt x="46" y="0"/>
                  </a:cubicBezTo>
                  <a:cubicBezTo>
                    <a:pt x="64" y="3"/>
                    <a:pt x="73" y="20"/>
                    <a:pt x="68" y="36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1" name="Freeform 156"/>
            <p:cNvSpPr/>
            <p:nvPr/>
          </p:nvSpPr>
          <p:spPr bwMode="auto">
            <a:xfrm>
              <a:off x="11290325" y="2627191"/>
              <a:ext cx="195139" cy="289344"/>
            </a:xfrm>
            <a:custGeom>
              <a:avLst/>
              <a:gdLst>
                <a:gd name="T0" fmla="*/ 1 w 56"/>
                <a:gd name="T1" fmla="*/ 15 h 83"/>
                <a:gd name="T2" fmla="*/ 13 w 56"/>
                <a:gd name="T3" fmla="*/ 1 h 83"/>
                <a:gd name="T4" fmla="*/ 34 w 56"/>
                <a:gd name="T5" fmla="*/ 20 h 83"/>
                <a:gd name="T6" fmla="*/ 36 w 56"/>
                <a:gd name="T7" fmla="*/ 65 h 83"/>
                <a:gd name="T8" fmla="*/ 7 w 56"/>
                <a:gd name="T9" fmla="*/ 78 h 83"/>
                <a:gd name="T10" fmla="*/ 7 w 56"/>
                <a:gd name="T11" fmla="*/ 56 h 83"/>
                <a:gd name="T12" fmla="*/ 7 w 56"/>
                <a:gd name="T13" fmla="*/ 40 h 83"/>
                <a:gd name="T14" fmla="*/ 1 w 56"/>
                <a:gd name="T15" fmla="*/ 1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83">
                  <a:moveTo>
                    <a:pt x="1" y="15"/>
                  </a:moveTo>
                  <a:cubicBezTo>
                    <a:pt x="1" y="15"/>
                    <a:pt x="1" y="0"/>
                    <a:pt x="13" y="1"/>
                  </a:cubicBezTo>
                  <a:cubicBezTo>
                    <a:pt x="26" y="3"/>
                    <a:pt x="34" y="20"/>
                    <a:pt x="34" y="20"/>
                  </a:cubicBezTo>
                  <a:cubicBezTo>
                    <a:pt x="34" y="20"/>
                    <a:pt x="56" y="53"/>
                    <a:pt x="36" y="65"/>
                  </a:cubicBezTo>
                  <a:cubicBezTo>
                    <a:pt x="15" y="76"/>
                    <a:pt x="15" y="83"/>
                    <a:pt x="7" y="78"/>
                  </a:cubicBezTo>
                  <a:cubicBezTo>
                    <a:pt x="0" y="73"/>
                    <a:pt x="1" y="67"/>
                    <a:pt x="7" y="56"/>
                  </a:cubicBezTo>
                  <a:cubicBezTo>
                    <a:pt x="14" y="46"/>
                    <a:pt x="7" y="40"/>
                    <a:pt x="7" y="40"/>
                  </a:cubicBezTo>
                  <a:cubicBezTo>
                    <a:pt x="7" y="40"/>
                    <a:pt x="27" y="27"/>
                    <a:pt x="1" y="15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2" name="Freeform 157"/>
            <p:cNvSpPr/>
            <p:nvPr/>
          </p:nvSpPr>
          <p:spPr bwMode="auto">
            <a:xfrm>
              <a:off x="10814254" y="2871114"/>
              <a:ext cx="639247" cy="573641"/>
            </a:xfrm>
            <a:custGeom>
              <a:avLst/>
              <a:gdLst>
                <a:gd name="T0" fmla="*/ 50 w 183"/>
                <a:gd name="T1" fmla="*/ 0 h 164"/>
                <a:gd name="T2" fmla="*/ 12 w 183"/>
                <a:gd name="T3" fmla="*/ 73 h 164"/>
                <a:gd name="T4" fmla="*/ 64 w 183"/>
                <a:gd name="T5" fmla="*/ 59 h 164"/>
                <a:gd name="T6" fmla="*/ 47 w 183"/>
                <a:gd name="T7" fmla="*/ 160 h 164"/>
                <a:gd name="T8" fmla="*/ 117 w 183"/>
                <a:gd name="T9" fmla="*/ 164 h 164"/>
                <a:gd name="T10" fmla="*/ 140 w 183"/>
                <a:gd name="T11" fmla="*/ 90 h 164"/>
                <a:gd name="T12" fmla="*/ 153 w 183"/>
                <a:gd name="T13" fmla="*/ 19 h 164"/>
                <a:gd name="T14" fmla="*/ 88 w 183"/>
                <a:gd name="T15" fmla="*/ 19 h 164"/>
                <a:gd name="T16" fmla="*/ 47 w 183"/>
                <a:gd name="T17" fmla="*/ 40 h 164"/>
                <a:gd name="T18" fmla="*/ 60 w 183"/>
                <a:gd name="T19" fmla="*/ 8 h 164"/>
                <a:gd name="T20" fmla="*/ 50 w 183"/>
                <a:gd name="T2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164">
                  <a:moveTo>
                    <a:pt x="50" y="0"/>
                  </a:moveTo>
                  <a:cubicBezTo>
                    <a:pt x="50" y="0"/>
                    <a:pt x="0" y="58"/>
                    <a:pt x="12" y="73"/>
                  </a:cubicBezTo>
                  <a:cubicBezTo>
                    <a:pt x="20" y="83"/>
                    <a:pt x="64" y="59"/>
                    <a:pt x="64" y="59"/>
                  </a:cubicBezTo>
                  <a:cubicBezTo>
                    <a:pt x="64" y="59"/>
                    <a:pt x="46" y="104"/>
                    <a:pt x="47" y="160"/>
                  </a:cubicBezTo>
                  <a:cubicBezTo>
                    <a:pt x="117" y="164"/>
                    <a:pt x="117" y="164"/>
                    <a:pt x="117" y="164"/>
                  </a:cubicBezTo>
                  <a:cubicBezTo>
                    <a:pt x="117" y="164"/>
                    <a:pt x="117" y="121"/>
                    <a:pt x="140" y="90"/>
                  </a:cubicBezTo>
                  <a:cubicBezTo>
                    <a:pt x="159" y="64"/>
                    <a:pt x="183" y="21"/>
                    <a:pt x="153" y="19"/>
                  </a:cubicBezTo>
                  <a:cubicBezTo>
                    <a:pt x="122" y="16"/>
                    <a:pt x="104" y="14"/>
                    <a:pt x="88" y="19"/>
                  </a:cubicBezTo>
                  <a:cubicBezTo>
                    <a:pt x="77" y="22"/>
                    <a:pt x="47" y="40"/>
                    <a:pt x="47" y="40"/>
                  </a:cubicBezTo>
                  <a:cubicBezTo>
                    <a:pt x="60" y="8"/>
                    <a:pt x="60" y="8"/>
                    <a:pt x="60" y="8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3" name="Freeform 158"/>
            <p:cNvSpPr/>
            <p:nvPr/>
          </p:nvSpPr>
          <p:spPr bwMode="auto">
            <a:xfrm>
              <a:off x="11170887" y="2675976"/>
              <a:ext cx="227102" cy="174952"/>
            </a:xfrm>
            <a:custGeom>
              <a:avLst/>
              <a:gdLst>
                <a:gd name="T0" fmla="*/ 46 w 65"/>
                <a:gd name="T1" fmla="*/ 30 h 50"/>
                <a:gd name="T2" fmla="*/ 47 w 65"/>
                <a:gd name="T3" fmla="*/ 47 h 50"/>
                <a:gd name="T4" fmla="*/ 35 w 65"/>
                <a:gd name="T5" fmla="*/ 38 h 50"/>
                <a:gd name="T6" fmla="*/ 1 w 65"/>
                <a:gd name="T7" fmla="*/ 33 h 50"/>
                <a:gd name="T8" fmla="*/ 0 w 65"/>
                <a:gd name="T9" fmla="*/ 27 h 50"/>
                <a:gd name="T10" fmla="*/ 42 w 65"/>
                <a:gd name="T11" fmla="*/ 0 h 50"/>
                <a:gd name="T12" fmla="*/ 57 w 65"/>
                <a:gd name="T13" fmla="*/ 13 h 50"/>
                <a:gd name="T14" fmla="*/ 46 w 65"/>
                <a:gd name="T15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5" h="50">
                  <a:moveTo>
                    <a:pt x="46" y="30"/>
                  </a:moveTo>
                  <a:cubicBezTo>
                    <a:pt x="55" y="31"/>
                    <a:pt x="65" y="43"/>
                    <a:pt x="47" y="47"/>
                  </a:cubicBezTo>
                  <a:cubicBezTo>
                    <a:pt x="34" y="50"/>
                    <a:pt x="35" y="38"/>
                    <a:pt x="35" y="38"/>
                  </a:cubicBezTo>
                  <a:cubicBezTo>
                    <a:pt x="22" y="49"/>
                    <a:pt x="10" y="38"/>
                    <a:pt x="1" y="33"/>
                  </a:cubicBezTo>
                  <a:cubicBezTo>
                    <a:pt x="0" y="31"/>
                    <a:pt x="0" y="29"/>
                    <a:pt x="0" y="27"/>
                  </a:cubicBezTo>
                  <a:cubicBezTo>
                    <a:pt x="2" y="19"/>
                    <a:pt x="25" y="1"/>
                    <a:pt x="42" y="0"/>
                  </a:cubicBezTo>
                  <a:cubicBezTo>
                    <a:pt x="57" y="4"/>
                    <a:pt x="57" y="13"/>
                    <a:pt x="57" y="13"/>
                  </a:cubicBezTo>
                  <a:cubicBezTo>
                    <a:pt x="47" y="17"/>
                    <a:pt x="46" y="30"/>
                    <a:pt x="46" y="30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4" name="Freeform 159"/>
            <p:cNvSpPr/>
            <p:nvPr/>
          </p:nvSpPr>
          <p:spPr bwMode="auto">
            <a:xfrm>
              <a:off x="11027897" y="2913170"/>
              <a:ext cx="195139" cy="381867"/>
            </a:xfrm>
            <a:custGeom>
              <a:avLst/>
              <a:gdLst>
                <a:gd name="T0" fmla="*/ 56 w 56"/>
                <a:gd name="T1" fmla="*/ 7 h 109"/>
                <a:gd name="T2" fmla="*/ 54 w 56"/>
                <a:gd name="T3" fmla="*/ 0 h 109"/>
                <a:gd name="T4" fmla="*/ 44 w 56"/>
                <a:gd name="T5" fmla="*/ 7 h 109"/>
                <a:gd name="T6" fmla="*/ 41 w 56"/>
                <a:gd name="T7" fmla="*/ 17 h 109"/>
                <a:gd name="T8" fmla="*/ 0 w 56"/>
                <a:gd name="T9" fmla="*/ 94 h 109"/>
                <a:gd name="T10" fmla="*/ 6 w 56"/>
                <a:gd name="T11" fmla="*/ 109 h 109"/>
                <a:gd name="T12" fmla="*/ 17 w 56"/>
                <a:gd name="T13" fmla="*/ 99 h 109"/>
                <a:gd name="T14" fmla="*/ 46 w 56"/>
                <a:gd name="T15" fmla="*/ 17 h 109"/>
                <a:gd name="T16" fmla="*/ 56 w 56"/>
                <a:gd name="T17" fmla="*/ 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09">
                  <a:moveTo>
                    <a:pt x="56" y="7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22" y="42"/>
                    <a:pt x="0" y="94"/>
                    <a:pt x="0" y="94"/>
                  </a:cubicBezTo>
                  <a:cubicBezTo>
                    <a:pt x="6" y="109"/>
                    <a:pt x="6" y="109"/>
                    <a:pt x="6" y="10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6" y="74"/>
                    <a:pt x="46" y="17"/>
                    <a:pt x="46" y="17"/>
                  </a:cubicBezTo>
                  <a:lnTo>
                    <a:pt x="56" y="7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5" name="Freeform 160"/>
            <p:cNvSpPr/>
            <p:nvPr/>
          </p:nvSpPr>
          <p:spPr bwMode="auto">
            <a:xfrm>
              <a:off x="11157429" y="2899712"/>
              <a:ext cx="156448" cy="62243"/>
            </a:xfrm>
            <a:custGeom>
              <a:avLst/>
              <a:gdLst>
                <a:gd name="T0" fmla="*/ 4 w 45"/>
                <a:gd name="T1" fmla="*/ 10 h 18"/>
                <a:gd name="T2" fmla="*/ 0 w 45"/>
                <a:gd name="T3" fmla="*/ 18 h 18"/>
                <a:gd name="T4" fmla="*/ 14 w 45"/>
                <a:gd name="T5" fmla="*/ 9 h 18"/>
                <a:gd name="T6" fmla="*/ 21 w 45"/>
                <a:gd name="T7" fmla="*/ 18 h 18"/>
                <a:gd name="T8" fmla="*/ 45 w 45"/>
                <a:gd name="T9" fmla="*/ 10 h 18"/>
                <a:gd name="T10" fmla="*/ 43 w 45"/>
                <a:gd name="T11" fmla="*/ 0 h 18"/>
                <a:gd name="T12" fmla="*/ 17 w 45"/>
                <a:gd name="T13" fmla="*/ 4 h 18"/>
                <a:gd name="T14" fmla="*/ 16 w 45"/>
                <a:gd name="T15" fmla="*/ 2 h 18"/>
                <a:gd name="T16" fmla="*/ 4 w 45"/>
                <a:gd name="T17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8">
                  <a:moveTo>
                    <a:pt x="4" y="1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8" y="17"/>
                    <a:pt x="21" y="18"/>
                  </a:cubicBezTo>
                  <a:cubicBezTo>
                    <a:pt x="23" y="18"/>
                    <a:pt x="45" y="10"/>
                    <a:pt x="45" y="1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2"/>
                    <a:pt x="16" y="2"/>
                  </a:cubicBezTo>
                  <a:lnTo>
                    <a:pt x="4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6" name="Freeform 161"/>
            <p:cNvSpPr/>
            <p:nvPr/>
          </p:nvSpPr>
          <p:spPr bwMode="auto">
            <a:xfrm>
              <a:off x="11059860" y="2864386"/>
              <a:ext cx="104298" cy="94205"/>
            </a:xfrm>
            <a:custGeom>
              <a:avLst/>
              <a:gdLst>
                <a:gd name="T0" fmla="*/ 11 w 30"/>
                <a:gd name="T1" fmla="*/ 26 h 27"/>
                <a:gd name="T2" fmla="*/ 0 w 30"/>
                <a:gd name="T3" fmla="*/ 10 h 27"/>
                <a:gd name="T4" fmla="*/ 25 w 30"/>
                <a:gd name="T5" fmla="*/ 6 h 27"/>
                <a:gd name="T6" fmla="*/ 27 w 30"/>
                <a:gd name="T7" fmla="*/ 2 h 27"/>
                <a:gd name="T8" fmla="*/ 29 w 30"/>
                <a:gd name="T9" fmla="*/ 11 h 27"/>
                <a:gd name="T10" fmla="*/ 23 w 30"/>
                <a:gd name="T11" fmla="*/ 19 h 27"/>
                <a:gd name="T12" fmla="*/ 11 w 30"/>
                <a:gd name="T13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7">
                  <a:moveTo>
                    <a:pt x="11" y="26"/>
                  </a:moveTo>
                  <a:cubicBezTo>
                    <a:pt x="7" y="17"/>
                    <a:pt x="0" y="22"/>
                    <a:pt x="0" y="10"/>
                  </a:cubicBezTo>
                  <a:cubicBezTo>
                    <a:pt x="0" y="5"/>
                    <a:pt x="25" y="6"/>
                    <a:pt x="25" y="6"/>
                  </a:cubicBezTo>
                  <a:cubicBezTo>
                    <a:pt x="25" y="6"/>
                    <a:pt x="21" y="0"/>
                    <a:pt x="27" y="2"/>
                  </a:cubicBezTo>
                  <a:cubicBezTo>
                    <a:pt x="30" y="3"/>
                    <a:pt x="30" y="9"/>
                    <a:pt x="29" y="11"/>
                  </a:cubicBezTo>
                  <a:cubicBezTo>
                    <a:pt x="27" y="15"/>
                    <a:pt x="22" y="17"/>
                    <a:pt x="23" y="19"/>
                  </a:cubicBezTo>
                  <a:cubicBezTo>
                    <a:pt x="24" y="27"/>
                    <a:pt x="11" y="26"/>
                    <a:pt x="11" y="26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7" name="Freeform 162"/>
            <p:cNvSpPr/>
            <p:nvPr/>
          </p:nvSpPr>
          <p:spPr bwMode="auto">
            <a:xfrm>
              <a:off x="11086775" y="2928310"/>
              <a:ext cx="339811" cy="328035"/>
            </a:xfrm>
            <a:custGeom>
              <a:avLst/>
              <a:gdLst>
                <a:gd name="T0" fmla="*/ 15 w 97"/>
                <a:gd name="T1" fmla="*/ 1 h 94"/>
                <a:gd name="T2" fmla="*/ 0 w 97"/>
                <a:gd name="T3" fmla="*/ 4 h 94"/>
                <a:gd name="T4" fmla="*/ 28 w 97"/>
                <a:gd name="T5" fmla="*/ 89 h 94"/>
                <a:gd name="T6" fmla="*/ 92 w 97"/>
                <a:gd name="T7" fmla="*/ 15 h 94"/>
                <a:gd name="T8" fmla="*/ 76 w 97"/>
                <a:gd name="T9" fmla="*/ 1 h 94"/>
                <a:gd name="T10" fmla="*/ 33 w 97"/>
                <a:gd name="T11" fmla="*/ 56 h 94"/>
                <a:gd name="T12" fmla="*/ 15 w 97"/>
                <a:gd name="T1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94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6" y="85"/>
                    <a:pt x="28" y="89"/>
                  </a:cubicBezTo>
                  <a:cubicBezTo>
                    <a:pt x="52" y="94"/>
                    <a:pt x="97" y="39"/>
                    <a:pt x="92" y="15"/>
                  </a:cubicBezTo>
                  <a:cubicBezTo>
                    <a:pt x="91" y="10"/>
                    <a:pt x="81" y="0"/>
                    <a:pt x="76" y="1"/>
                  </a:cubicBezTo>
                  <a:cubicBezTo>
                    <a:pt x="60" y="2"/>
                    <a:pt x="33" y="56"/>
                    <a:pt x="33" y="56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8" name="Freeform 163"/>
            <p:cNvSpPr/>
            <p:nvPr/>
          </p:nvSpPr>
          <p:spPr bwMode="auto">
            <a:xfrm>
              <a:off x="10768833" y="3402699"/>
              <a:ext cx="748593" cy="1204477"/>
            </a:xfrm>
            <a:custGeom>
              <a:avLst/>
              <a:gdLst>
                <a:gd name="T0" fmla="*/ 130 w 214"/>
                <a:gd name="T1" fmla="*/ 12 h 345"/>
                <a:gd name="T2" fmla="*/ 177 w 214"/>
                <a:gd name="T3" fmla="*/ 185 h 345"/>
                <a:gd name="T4" fmla="*/ 191 w 214"/>
                <a:gd name="T5" fmla="*/ 314 h 345"/>
                <a:gd name="T6" fmla="*/ 209 w 214"/>
                <a:gd name="T7" fmla="*/ 335 h 345"/>
                <a:gd name="T8" fmla="*/ 172 w 214"/>
                <a:gd name="T9" fmla="*/ 314 h 345"/>
                <a:gd name="T10" fmla="*/ 146 w 214"/>
                <a:gd name="T11" fmla="*/ 188 h 345"/>
                <a:gd name="T12" fmla="*/ 86 w 214"/>
                <a:gd name="T13" fmla="*/ 73 h 345"/>
                <a:gd name="T14" fmla="*/ 53 w 214"/>
                <a:gd name="T15" fmla="*/ 175 h 345"/>
                <a:gd name="T16" fmla="*/ 50 w 214"/>
                <a:gd name="T17" fmla="*/ 309 h 345"/>
                <a:gd name="T18" fmla="*/ 13 w 214"/>
                <a:gd name="T19" fmla="*/ 335 h 345"/>
                <a:gd name="T20" fmla="*/ 27 w 214"/>
                <a:gd name="T21" fmla="*/ 302 h 345"/>
                <a:gd name="T22" fmla="*/ 19 w 214"/>
                <a:gd name="T23" fmla="*/ 171 h 345"/>
                <a:gd name="T24" fmla="*/ 60 w 214"/>
                <a:gd name="T25" fmla="*/ 8 h 345"/>
                <a:gd name="T26" fmla="*/ 130 w 214"/>
                <a:gd name="T27" fmla="*/ 1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4" h="345">
                  <a:moveTo>
                    <a:pt x="130" y="12"/>
                  </a:moveTo>
                  <a:cubicBezTo>
                    <a:pt x="130" y="12"/>
                    <a:pt x="168" y="145"/>
                    <a:pt x="177" y="185"/>
                  </a:cubicBezTo>
                  <a:cubicBezTo>
                    <a:pt x="184" y="214"/>
                    <a:pt x="191" y="314"/>
                    <a:pt x="191" y="314"/>
                  </a:cubicBezTo>
                  <a:cubicBezTo>
                    <a:pt x="191" y="314"/>
                    <a:pt x="214" y="330"/>
                    <a:pt x="209" y="335"/>
                  </a:cubicBezTo>
                  <a:cubicBezTo>
                    <a:pt x="201" y="343"/>
                    <a:pt x="170" y="331"/>
                    <a:pt x="172" y="314"/>
                  </a:cubicBezTo>
                  <a:cubicBezTo>
                    <a:pt x="172" y="314"/>
                    <a:pt x="154" y="214"/>
                    <a:pt x="146" y="188"/>
                  </a:cubicBezTo>
                  <a:cubicBezTo>
                    <a:pt x="134" y="148"/>
                    <a:pt x="92" y="73"/>
                    <a:pt x="86" y="73"/>
                  </a:cubicBezTo>
                  <a:cubicBezTo>
                    <a:pt x="80" y="73"/>
                    <a:pt x="57" y="161"/>
                    <a:pt x="53" y="175"/>
                  </a:cubicBezTo>
                  <a:cubicBezTo>
                    <a:pt x="48" y="194"/>
                    <a:pt x="41" y="277"/>
                    <a:pt x="50" y="309"/>
                  </a:cubicBezTo>
                  <a:cubicBezTo>
                    <a:pt x="50" y="309"/>
                    <a:pt x="30" y="345"/>
                    <a:pt x="13" y="335"/>
                  </a:cubicBezTo>
                  <a:cubicBezTo>
                    <a:pt x="13" y="335"/>
                    <a:pt x="0" y="322"/>
                    <a:pt x="27" y="302"/>
                  </a:cubicBezTo>
                  <a:cubicBezTo>
                    <a:pt x="27" y="302"/>
                    <a:pt x="16" y="195"/>
                    <a:pt x="19" y="171"/>
                  </a:cubicBezTo>
                  <a:cubicBezTo>
                    <a:pt x="23" y="147"/>
                    <a:pt x="58" y="39"/>
                    <a:pt x="60" y="8"/>
                  </a:cubicBezTo>
                  <a:cubicBezTo>
                    <a:pt x="60" y="8"/>
                    <a:pt x="82" y="0"/>
                    <a:pt x="130" y="12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79" name="Freeform 164"/>
            <p:cNvSpPr/>
            <p:nvPr/>
          </p:nvSpPr>
          <p:spPr bwMode="auto">
            <a:xfrm>
              <a:off x="11027897" y="3426250"/>
              <a:ext cx="58879" cy="38692"/>
            </a:xfrm>
            <a:custGeom>
              <a:avLst/>
              <a:gdLst>
                <a:gd name="T0" fmla="*/ 0 w 17"/>
                <a:gd name="T1" fmla="*/ 11 h 11"/>
                <a:gd name="T2" fmla="*/ 17 w 17"/>
                <a:gd name="T3" fmla="*/ 11 h 11"/>
                <a:gd name="T4" fmla="*/ 17 w 17"/>
                <a:gd name="T5" fmla="*/ 3 h 11"/>
                <a:gd name="T6" fmla="*/ 0 w 17"/>
                <a:gd name="T7" fmla="*/ 1 h 11"/>
                <a:gd name="T8" fmla="*/ 0 w 17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11"/>
                  </a:moveTo>
                  <a:cubicBezTo>
                    <a:pt x="0" y="11"/>
                    <a:pt x="5" y="6"/>
                    <a:pt x="17" y="11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10" y="0"/>
                    <a:pt x="0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0" name="Freeform 165"/>
            <p:cNvSpPr/>
            <p:nvPr/>
          </p:nvSpPr>
          <p:spPr bwMode="auto">
            <a:xfrm>
              <a:off x="10499676" y="635430"/>
              <a:ext cx="391960" cy="432334"/>
            </a:xfrm>
            <a:custGeom>
              <a:avLst/>
              <a:gdLst>
                <a:gd name="T0" fmla="*/ 0 w 112"/>
                <a:gd name="T1" fmla="*/ 68 h 124"/>
                <a:gd name="T2" fmla="*/ 56 w 112"/>
                <a:gd name="T3" fmla="*/ 124 h 124"/>
                <a:gd name="T4" fmla="*/ 112 w 112"/>
                <a:gd name="T5" fmla="*/ 68 h 124"/>
                <a:gd name="T6" fmla="*/ 88 w 112"/>
                <a:gd name="T7" fmla="*/ 14 h 124"/>
                <a:gd name="T8" fmla="*/ 84 w 112"/>
                <a:gd name="T9" fmla="*/ 0 h 124"/>
                <a:gd name="T10" fmla="*/ 28 w 112"/>
                <a:gd name="T11" fmla="*/ 0 h 124"/>
                <a:gd name="T12" fmla="*/ 23 w 112"/>
                <a:gd name="T13" fmla="*/ 14 h 124"/>
                <a:gd name="T14" fmla="*/ 0 w 112"/>
                <a:gd name="T15" fmla="*/ 68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24">
                  <a:moveTo>
                    <a:pt x="0" y="68"/>
                  </a:moveTo>
                  <a:cubicBezTo>
                    <a:pt x="0" y="99"/>
                    <a:pt x="25" y="124"/>
                    <a:pt x="56" y="124"/>
                  </a:cubicBezTo>
                  <a:cubicBezTo>
                    <a:pt x="87" y="124"/>
                    <a:pt x="112" y="99"/>
                    <a:pt x="112" y="68"/>
                  </a:cubicBezTo>
                  <a:cubicBezTo>
                    <a:pt x="112" y="45"/>
                    <a:pt x="98" y="29"/>
                    <a:pt x="88" y="14"/>
                  </a:cubicBezTo>
                  <a:cubicBezTo>
                    <a:pt x="85" y="10"/>
                    <a:pt x="84" y="0"/>
                    <a:pt x="8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7" y="10"/>
                    <a:pt x="23" y="14"/>
                  </a:cubicBezTo>
                  <a:cubicBezTo>
                    <a:pt x="14" y="29"/>
                    <a:pt x="0" y="43"/>
                    <a:pt x="0" y="68"/>
                  </a:cubicBezTo>
                  <a:close/>
                </a:path>
              </a:pathLst>
            </a:custGeom>
            <a:solidFill>
              <a:srgbClr val="FAAF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1" name="Oval 166"/>
            <p:cNvSpPr>
              <a:spLocks noChangeArrowheads="1"/>
            </p:cNvSpPr>
            <p:nvPr/>
          </p:nvSpPr>
          <p:spPr bwMode="auto">
            <a:xfrm>
              <a:off x="10518181" y="707766"/>
              <a:ext cx="351587" cy="353268"/>
            </a:xfrm>
            <a:prstGeom prst="ellipse">
              <a:avLst/>
            </a:prstGeom>
            <a:solidFill>
              <a:srgbClr val="F9EC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2" name="Freeform 167"/>
            <p:cNvSpPr/>
            <p:nvPr/>
          </p:nvSpPr>
          <p:spPr bwMode="auto">
            <a:xfrm>
              <a:off x="10548462" y="386460"/>
              <a:ext cx="294391" cy="272521"/>
            </a:xfrm>
            <a:custGeom>
              <a:avLst/>
              <a:gdLst>
                <a:gd name="T0" fmla="*/ 0 w 84"/>
                <a:gd name="T1" fmla="*/ 12 h 78"/>
                <a:gd name="T2" fmla="*/ 12 w 84"/>
                <a:gd name="T3" fmla="*/ 0 h 78"/>
                <a:gd name="T4" fmla="*/ 72 w 84"/>
                <a:gd name="T5" fmla="*/ 0 h 78"/>
                <a:gd name="T6" fmla="*/ 84 w 84"/>
                <a:gd name="T7" fmla="*/ 12 h 78"/>
                <a:gd name="T8" fmla="*/ 84 w 84"/>
                <a:gd name="T9" fmla="*/ 66 h 78"/>
                <a:gd name="T10" fmla="*/ 72 w 84"/>
                <a:gd name="T11" fmla="*/ 78 h 78"/>
                <a:gd name="T12" fmla="*/ 12 w 84"/>
                <a:gd name="T13" fmla="*/ 78 h 78"/>
                <a:gd name="T14" fmla="*/ 0 w 84"/>
                <a:gd name="T15" fmla="*/ 66 h 78"/>
                <a:gd name="T16" fmla="*/ 0 w 84"/>
                <a:gd name="T17" fmla="*/ 1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" h="78">
                  <a:moveTo>
                    <a:pt x="0" y="12"/>
                  </a:moveTo>
                  <a:cubicBezTo>
                    <a:pt x="0" y="5"/>
                    <a:pt x="5" y="0"/>
                    <a:pt x="1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8" y="0"/>
                    <a:pt x="84" y="5"/>
                    <a:pt x="84" y="12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73"/>
                    <a:pt x="78" y="78"/>
                    <a:pt x="7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" y="78"/>
                    <a:pt x="0" y="73"/>
                    <a:pt x="0" y="66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3" name="Freeform 168"/>
            <p:cNvSpPr/>
            <p:nvPr/>
          </p:nvSpPr>
          <p:spPr bwMode="auto">
            <a:xfrm>
              <a:off x="10590517" y="616926"/>
              <a:ext cx="203550" cy="265792"/>
            </a:xfrm>
            <a:custGeom>
              <a:avLst/>
              <a:gdLst>
                <a:gd name="T0" fmla="*/ 40 w 58"/>
                <a:gd name="T1" fmla="*/ 0 h 76"/>
                <a:gd name="T2" fmla="*/ 58 w 58"/>
                <a:gd name="T3" fmla="*/ 63 h 76"/>
                <a:gd name="T4" fmla="*/ 46 w 58"/>
                <a:gd name="T5" fmla="*/ 63 h 76"/>
                <a:gd name="T6" fmla="*/ 40 w 58"/>
                <a:gd name="T7" fmla="*/ 76 h 76"/>
                <a:gd name="T8" fmla="*/ 33 w 58"/>
                <a:gd name="T9" fmla="*/ 54 h 76"/>
                <a:gd name="T10" fmla="*/ 28 w 58"/>
                <a:gd name="T11" fmla="*/ 69 h 76"/>
                <a:gd name="T12" fmla="*/ 24 w 58"/>
                <a:gd name="T13" fmla="*/ 58 h 76"/>
                <a:gd name="T14" fmla="*/ 18 w 58"/>
                <a:gd name="T15" fmla="*/ 70 h 76"/>
                <a:gd name="T16" fmla="*/ 13 w 58"/>
                <a:gd name="T17" fmla="*/ 63 h 76"/>
                <a:gd name="T18" fmla="*/ 0 w 58"/>
                <a:gd name="T19" fmla="*/ 63 h 76"/>
                <a:gd name="T20" fmla="*/ 19 w 58"/>
                <a:gd name="T21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cubicBezTo>
                    <a:pt x="40" y="0"/>
                    <a:pt x="37" y="43"/>
                    <a:pt x="58" y="63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19" y="50"/>
                    <a:pt x="19" y="0"/>
                  </a:cubicBezTo>
                </a:path>
              </a:pathLst>
            </a:custGeom>
            <a:noFill/>
            <a:ln w="12700" cap="flat">
              <a:solidFill>
                <a:srgbClr val="4040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4" name="Oval 169"/>
            <p:cNvSpPr>
              <a:spLocks noChangeArrowheads="1"/>
            </p:cNvSpPr>
            <p:nvPr/>
          </p:nvSpPr>
          <p:spPr bwMode="auto">
            <a:xfrm>
              <a:off x="10593881" y="924774"/>
              <a:ext cx="200186" cy="1211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5" name="Oval 170"/>
            <p:cNvSpPr>
              <a:spLocks noChangeArrowheads="1"/>
            </p:cNvSpPr>
            <p:nvPr/>
          </p:nvSpPr>
          <p:spPr bwMode="auto">
            <a:xfrm>
              <a:off x="10635937" y="721224"/>
              <a:ext cx="119439" cy="4205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6" name="Freeform 171"/>
            <p:cNvSpPr/>
            <p:nvPr/>
          </p:nvSpPr>
          <p:spPr bwMode="auto">
            <a:xfrm>
              <a:off x="10593881" y="593375"/>
              <a:ext cx="200186" cy="42056"/>
            </a:xfrm>
            <a:custGeom>
              <a:avLst/>
              <a:gdLst>
                <a:gd name="T0" fmla="*/ 57 w 57"/>
                <a:gd name="T1" fmla="*/ 6 h 12"/>
                <a:gd name="T2" fmla="*/ 51 w 57"/>
                <a:gd name="T3" fmla="*/ 12 h 12"/>
                <a:gd name="T4" fmla="*/ 6 w 57"/>
                <a:gd name="T5" fmla="*/ 12 h 12"/>
                <a:gd name="T6" fmla="*/ 0 w 57"/>
                <a:gd name="T7" fmla="*/ 6 h 12"/>
                <a:gd name="T8" fmla="*/ 0 w 57"/>
                <a:gd name="T9" fmla="*/ 6 h 12"/>
                <a:gd name="T10" fmla="*/ 6 w 57"/>
                <a:gd name="T11" fmla="*/ 0 h 12"/>
                <a:gd name="T12" fmla="*/ 51 w 57"/>
                <a:gd name="T13" fmla="*/ 0 h 12"/>
                <a:gd name="T14" fmla="*/ 57 w 57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2">
                  <a:moveTo>
                    <a:pt x="57" y="6"/>
                  </a:moveTo>
                  <a:cubicBezTo>
                    <a:pt x="57" y="9"/>
                    <a:pt x="55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5" y="0"/>
                    <a:pt x="57" y="3"/>
                    <a:pt x="57" y="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7" name="Freeform 172"/>
            <p:cNvSpPr/>
            <p:nvPr/>
          </p:nvSpPr>
          <p:spPr bwMode="auto">
            <a:xfrm>
              <a:off x="10632573" y="1091315"/>
              <a:ext cx="220373" cy="206915"/>
            </a:xfrm>
            <a:custGeom>
              <a:avLst/>
              <a:gdLst>
                <a:gd name="T0" fmla="*/ 42 w 63"/>
                <a:gd name="T1" fmla="*/ 11 h 59"/>
                <a:gd name="T2" fmla="*/ 25 w 63"/>
                <a:gd name="T3" fmla="*/ 2 h 59"/>
                <a:gd name="T4" fmla="*/ 6 w 63"/>
                <a:gd name="T5" fmla="*/ 34 h 59"/>
                <a:gd name="T6" fmla="*/ 52 w 63"/>
                <a:gd name="T7" fmla="*/ 59 h 59"/>
                <a:gd name="T8" fmla="*/ 60 w 63"/>
                <a:gd name="T9" fmla="*/ 30 h 59"/>
                <a:gd name="T10" fmla="*/ 42 w 63"/>
                <a:gd name="T11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59">
                  <a:moveTo>
                    <a:pt x="42" y="11"/>
                  </a:moveTo>
                  <a:cubicBezTo>
                    <a:pt x="42" y="11"/>
                    <a:pt x="36" y="0"/>
                    <a:pt x="25" y="2"/>
                  </a:cubicBezTo>
                  <a:cubicBezTo>
                    <a:pt x="14" y="4"/>
                    <a:pt x="0" y="20"/>
                    <a:pt x="6" y="34"/>
                  </a:cubicBezTo>
                  <a:cubicBezTo>
                    <a:pt x="12" y="48"/>
                    <a:pt x="52" y="59"/>
                    <a:pt x="52" y="59"/>
                  </a:cubicBezTo>
                  <a:cubicBezTo>
                    <a:pt x="52" y="59"/>
                    <a:pt x="63" y="46"/>
                    <a:pt x="60" y="30"/>
                  </a:cubicBezTo>
                  <a:cubicBezTo>
                    <a:pt x="57" y="15"/>
                    <a:pt x="48" y="5"/>
                    <a:pt x="42" y="11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8" name="Freeform 173"/>
            <p:cNvSpPr/>
            <p:nvPr/>
          </p:nvSpPr>
          <p:spPr bwMode="auto">
            <a:xfrm>
              <a:off x="10535004" y="864213"/>
              <a:ext cx="90840" cy="139626"/>
            </a:xfrm>
            <a:custGeom>
              <a:avLst/>
              <a:gdLst>
                <a:gd name="T0" fmla="*/ 6 w 26"/>
                <a:gd name="T1" fmla="*/ 30 h 40"/>
                <a:gd name="T2" fmla="*/ 0 w 26"/>
                <a:gd name="T3" fmla="*/ 17 h 40"/>
                <a:gd name="T4" fmla="*/ 3 w 26"/>
                <a:gd name="T5" fmla="*/ 9 h 40"/>
                <a:gd name="T6" fmla="*/ 3 w 26"/>
                <a:gd name="T7" fmla="*/ 15 h 40"/>
                <a:gd name="T8" fmla="*/ 6 w 26"/>
                <a:gd name="T9" fmla="*/ 19 h 40"/>
                <a:gd name="T10" fmla="*/ 9 w 26"/>
                <a:gd name="T11" fmla="*/ 9 h 40"/>
                <a:gd name="T12" fmla="*/ 15 w 26"/>
                <a:gd name="T13" fmla="*/ 1 h 40"/>
                <a:gd name="T14" fmla="*/ 16 w 26"/>
                <a:gd name="T15" fmla="*/ 2 h 40"/>
                <a:gd name="T16" fmla="*/ 13 w 26"/>
                <a:gd name="T17" fmla="*/ 9 h 40"/>
                <a:gd name="T18" fmla="*/ 12 w 26"/>
                <a:gd name="T19" fmla="*/ 14 h 40"/>
                <a:gd name="T20" fmla="*/ 16 w 26"/>
                <a:gd name="T21" fmla="*/ 10 h 40"/>
                <a:gd name="T22" fmla="*/ 25 w 26"/>
                <a:gd name="T23" fmla="*/ 8 h 40"/>
                <a:gd name="T24" fmla="*/ 20 w 26"/>
                <a:gd name="T25" fmla="*/ 11 h 40"/>
                <a:gd name="T26" fmla="*/ 16 w 26"/>
                <a:gd name="T27" fmla="*/ 16 h 40"/>
                <a:gd name="T28" fmla="*/ 22 w 26"/>
                <a:gd name="T29" fmla="*/ 15 h 40"/>
                <a:gd name="T30" fmla="*/ 26 w 26"/>
                <a:gd name="T31" fmla="*/ 16 h 40"/>
                <a:gd name="T32" fmla="*/ 25 w 26"/>
                <a:gd name="T33" fmla="*/ 17 h 40"/>
                <a:gd name="T34" fmla="*/ 25 w 26"/>
                <a:gd name="T35" fmla="*/ 18 h 40"/>
                <a:gd name="T36" fmla="*/ 22 w 26"/>
                <a:gd name="T37" fmla="*/ 20 h 40"/>
                <a:gd name="T38" fmla="*/ 20 w 26"/>
                <a:gd name="T39" fmla="*/ 23 h 40"/>
                <a:gd name="T40" fmla="*/ 12 w 26"/>
                <a:gd name="T41" fmla="*/ 35 h 40"/>
                <a:gd name="T42" fmla="*/ 8 w 26"/>
                <a:gd name="T43" fmla="*/ 40 h 40"/>
                <a:gd name="T44" fmla="*/ 6 w 26"/>
                <a:gd name="T45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40">
                  <a:moveTo>
                    <a:pt x="6" y="3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4" y="11"/>
                    <a:pt x="3" y="15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7" y="0"/>
                    <a:pt x="16" y="2"/>
                  </a:cubicBezTo>
                  <a:cubicBezTo>
                    <a:pt x="16" y="4"/>
                    <a:pt x="13" y="9"/>
                    <a:pt x="13" y="9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6" y="10"/>
                    <a:pt x="20" y="11"/>
                  </a:cubicBezTo>
                  <a:cubicBezTo>
                    <a:pt x="18" y="12"/>
                    <a:pt x="16" y="16"/>
                    <a:pt x="16" y="16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6" y="14"/>
                    <a:pt x="26" y="16"/>
                  </a:cubicBezTo>
                  <a:cubicBezTo>
                    <a:pt x="26" y="17"/>
                    <a:pt x="25" y="17"/>
                    <a:pt x="25" y="17"/>
                  </a:cubicBezTo>
                  <a:cubicBezTo>
                    <a:pt x="25" y="17"/>
                    <a:pt x="26" y="17"/>
                    <a:pt x="25" y="18"/>
                  </a:cubicBezTo>
                  <a:cubicBezTo>
                    <a:pt x="25" y="19"/>
                    <a:pt x="22" y="20"/>
                    <a:pt x="22" y="20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19" y="34"/>
                    <a:pt x="12" y="35"/>
                  </a:cubicBezTo>
                  <a:cubicBezTo>
                    <a:pt x="10" y="35"/>
                    <a:pt x="8" y="40"/>
                    <a:pt x="8" y="40"/>
                  </a:cubicBezTo>
                  <a:lnTo>
                    <a:pt x="6" y="30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89" name="Freeform 174"/>
            <p:cNvSpPr/>
            <p:nvPr/>
          </p:nvSpPr>
          <p:spPr bwMode="auto">
            <a:xfrm>
              <a:off x="10642666" y="1106454"/>
              <a:ext cx="185045" cy="328035"/>
            </a:xfrm>
            <a:custGeom>
              <a:avLst/>
              <a:gdLst>
                <a:gd name="T0" fmla="*/ 53 w 53"/>
                <a:gd name="T1" fmla="*/ 88 h 94"/>
                <a:gd name="T2" fmla="*/ 42 w 53"/>
                <a:gd name="T3" fmla="*/ 89 h 94"/>
                <a:gd name="T4" fmla="*/ 19 w 53"/>
                <a:gd name="T5" fmla="*/ 93 h 94"/>
                <a:gd name="T6" fmla="*/ 15 w 53"/>
                <a:gd name="T7" fmla="*/ 94 h 94"/>
                <a:gd name="T8" fmla="*/ 17 w 53"/>
                <a:gd name="T9" fmla="*/ 88 h 94"/>
                <a:gd name="T10" fmla="*/ 20 w 53"/>
                <a:gd name="T11" fmla="*/ 74 h 94"/>
                <a:gd name="T12" fmla="*/ 8 w 53"/>
                <a:gd name="T13" fmla="*/ 57 h 94"/>
                <a:gd name="T14" fmla="*/ 8 w 53"/>
                <a:gd name="T15" fmla="*/ 57 h 94"/>
                <a:gd name="T16" fmla="*/ 15 w 53"/>
                <a:gd name="T17" fmla="*/ 11 h 94"/>
                <a:gd name="T18" fmla="*/ 52 w 53"/>
                <a:gd name="T19" fmla="*/ 27 h 94"/>
                <a:gd name="T20" fmla="*/ 51 w 53"/>
                <a:gd name="T21" fmla="*/ 51 h 94"/>
                <a:gd name="T22" fmla="*/ 43 w 53"/>
                <a:gd name="T23" fmla="*/ 69 h 94"/>
                <a:gd name="T24" fmla="*/ 49 w 53"/>
                <a:gd name="T25" fmla="*/ 82 h 94"/>
                <a:gd name="T26" fmla="*/ 53 w 53"/>
                <a:gd name="T27" fmla="*/ 88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" h="94">
                  <a:moveTo>
                    <a:pt x="53" y="88"/>
                  </a:moveTo>
                  <a:cubicBezTo>
                    <a:pt x="42" y="89"/>
                    <a:pt x="42" y="89"/>
                    <a:pt x="42" y="89"/>
                  </a:cubicBezTo>
                  <a:cubicBezTo>
                    <a:pt x="19" y="93"/>
                    <a:pt x="19" y="93"/>
                    <a:pt x="19" y="93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6" y="91"/>
                    <a:pt x="17" y="88"/>
                  </a:cubicBezTo>
                  <a:cubicBezTo>
                    <a:pt x="19" y="83"/>
                    <a:pt x="21" y="77"/>
                    <a:pt x="20" y="74"/>
                  </a:cubicBezTo>
                  <a:cubicBezTo>
                    <a:pt x="18" y="69"/>
                    <a:pt x="14" y="68"/>
                    <a:pt x="8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0" y="43"/>
                    <a:pt x="1" y="19"/>
                    <a:pt x="15" y="11"/>
                  </a:cubicBezTo>
                  <a:cubicBezTo>
                    <a:pt x="33" y="0"/>
                    <a:pt x="51" y="13"/>
                    <a:pt x="52" y="27"/>
                  </a:cubicBezTo>
                  <a:cubicBezTo>
                    <a:pt x="53" y="39"/>
                    <a:pt x="52" y="46"/>
                    <a:pt x="51" y="51"/>
                  </a:cubicBezTo>
                  <a:cubicBezTo>
                    <a:pt x="49" y="61"/>
                    <a:pt x="44" y="62"/>
                    <a:pt x="43" y="69"/>
                  </a:cubicBezTo>
                  <a:cubicBezTo>
                    <a:pt x="43" y="72"/>
                    <a:pt x="46" y="78"/>
                    <a:pt x="49" y="82"/>
                  </a:cubicBezTo>
                  <a:cubicBezTo>
                    <a:pt x="51" y="85"/>
                    <a:pt x="53" y="88"/>
                    <a:pt x="53" y="88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0" name="Freeform 175"/>
            <p:cNvSpPr/>
            <p:nvPr/>
          </p:nvSpPr>
          <p:spPr bwMode="auto">
            <a:xfrm>
              <a:off x="10671264" y="1283089"/>
              <a:ext cx="149719" cy="168223"/>
            </a:xfrm>
            <a:custGeom>
              <a:avLst/>
              <a:gdLst>
                <a:gd name="T0" fmla="*/ 35 w 43"/>
                <a:gd name="T1" fmla="*/ 18 h 48"/>
                <a:gd name="T2" fmla="*/ 41 w 43"/>
                <a:gd name="T3" fmla="*/ 31 h 48"/>
                <a:gd name="T4" fmla="*/ 41 w 43"/>
                <a:gd name="T5" fmla="*/ 35 h 48"/>
                <a:gd name="T6" fmla="*/ 34 w 43"/>
                <a:gd name="T7" fmla="*/ 38 h 48"/>
                <a:gd name="T8" fmla="*/ 14 w 43"/>
                <a:gd name="T9" fmla="*/ 48 h 48"/>
                <a:gd name="T10" fmla="*/ 11 w 43"/>
                <a:gd name="T11" fmla="*/ 42 h 48"/>
                <a:gd name="T12" fmla="*/ 9 w 43"/>
                <a:gd name="T13" fmla="*/ 37 h 48"/>
                <a:gd name="T14" fmla="*/ 12 w 43"/>
                <a:gd name="T15" fmla="*/ 23 h 48"/>
                <a:gd name="T16" fmla="*/ 0 w 43"/>
                <a:gd name="T17" fmla="*/ 6 h 48"/>
                <a:gd name="T18" fmla="*/ 17 w 43"/>
                <a:gd name="T19" fmla="*/ 8 h 48"/>
                <a:gd name="T20" fmla="*/ 43 w 43"/>
                <a:gd name="T21" fmla="*/ 0 h 48"/>
                <a:gd name="T22" fmla="*/ 35 w 43"/>
                <a:gd name="T23" fmla="*/ 1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48">
                  <a:moveTo>
                    <a:pt x="35" y="18"/>
                  </a:moveTo>
                  <a:cubicBezTo>
                    <a:pt x="35" y="21"/>
                    <a:pt x="38" y="27"/>
                    <a:pt x="41" y="31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1" y="32"/>
                    <a:pt x="13" y="26"/>
                    <a:pt x="12" y="23"/>
                  </a:cubicBezTo>
                  <a:cubicBezTo>
                    <a:pt x="10" y="18"/>
                    <a:pt x="6" y="17"/>
                    <a:pt x="0" y="6"/>
                  </a:cubicBezTo>
                  <a:cubicBezTo>
                    <a:pt x="4" y="8"/>
                    <a:pt x="11" y="9"/>
                    <a:pt x="17" y="8"/>
                  </a:cubicBezTo>
                  <a:cubicBezTo>
                    <a:pt x="26" y="6"/>
                    <a:pt x="38" y="2"/>
                    <a:pt x="43" y="0"/>
                  </a:cubicBezTo>
                  <a:cubicBezTo>
                    <a:pt x="41" y="10"/>
                    <a:pt x="36" y="11"/>
                    <a:pt x="35" y="18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1" name="Freeform 176"/>
            <p:cNvSpPr/>
            <p:nvPr/>
          </p:nvSpPr>
          <p:spPr bwMode="auto">
            <a:xfrm>
              <a:off x="10486218" y="970194"/>
              <a:ext cx="548407" cy="916816"/>
            </a:xfrm>
            <a:custGeom>
              <a:avLst/>
              <a:gdLst>
                <a:gd name="T0" fmla="*/ 48 w 157"/>
                <a:gd name="T1" fmla="*/ 113 h 263"/>
                <a:gd name="T2" fmla="*/ 106 w 157"/>
                <a:gd name="T3" fmla="*/ 113 h 263"/>
                <a:gd name="T4" fmla="*/ 129 w 157"/>
                <a:gd name="T5" fmla="*/ 51 h 263"/>
                <a:gd name="T6" fmla="*/ 94 w 157"/>
                <a:gd name="T7" fmla="*/ 16 h 263"/>
                <a:gd name="T8" fmla="*/ 102 w 157"/>
                <a:gd name="T9" fmla="*/ 9 h 263"/>
                <a:gd name="T10" fmla="*/ 148 w 157"/>
                <a:gd name="T11" fmla="*/ 44 h 263"/>
                <a:gd name="T12" fmla="*/ 133 w 157"/>
                <a:gd name="T13" fmla="*/ 147 h 263"/>
                <a:gd name="T14" fmla="*/ 124 w 157"/>
                <a:gd name="T15" fmla="*/ 246 h 263"/>
                <a:gd name="T16" fmla="*/ 59 w 157"/>
                <a:gd name="T17" fmla="*/ 254 h 263"/>
                <a:gd name="T18" fmla="*/ 21 w 157"/>
                <a:gd name="T19" fmla="*/ 128 h 263"/>
                <a:gd name="T20" fmla="*/ 0 w 157"/>
                <a:gd name="T21" fmla="*/ 54 h 263"/>
                <a:gd name="T22" fmla="*/ 20 w 157"/>
                <a:gd name="T23" fmla="*/ 0 h 263"/>
                <a:gd name="T24" fmla="*/ 26 w 157"/>
                <a:gd name="T25" fmla="*/ 5 h 263"/>
                <a:gd name="T26" fmla="*/ 24 w 157"/>
                <a:gd name="T27" fmla="*/ 54 h 263"/>
                <a:gd name="T28" fmla="*/ 48 w 157"/>
                <a:gd name="T29" fmla="*/ 11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7" h="263">
                  <a:moveTo>
                    <a:pt x="48" y="113"/>
                  </a:moveTo>
                  <a:cubicBezTo>
                    <a:pt x="74" y="125"/>
                    <a:pt x="95" y="119"/>
                    <a:pt x="106" y="113"/>
                  </a:cubicBezTo>
                  <a:cubicBezTo>
                    <a:pt x="121" y="104"/>
                    <a:pt x="129" y="51"/>
                    <a:pt x="129" y="51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42" y="31"/>
                    <a:pt x="148" y="44"/>
                  </a:cubicBezTo>
                  <a:cubicBezTo>
                    <a:pt x="157" y="68"/>
                    <a:pt x="133" y="147"/>
                    <a:pt x="133" y="147"/>
                  </a:cubicBezTo>
                  <a:cubicBezTo>
                    <a:pt x="133" y="147"/>
                    <a:pt x="110" y="192"/>
                    <a:pt x="124" y="246"/>
                  </a:cubicBezTo>
                  <a:cubicBezTo>
                    <a:pt x="124" y="246"/>
                    <a:pt x="90" y="263"/>
                    <a:pt x="59" y="254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21" y="128"/>
                    <a:pt x="0" y="73"/>
                    <a:pt x="0" y="54"/>
                  </a:cubicBezTo>
                  <a:cubicBezTo>
                    <a:pt x="1" y="40"/>
                    <a:pt x="20" y="0"/>
                    <a:pt x="20" y="0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32" y="105"/>
                    <a:pt x="48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2" name="Freeform 177"/>
            <p:cNvSpPr/>
            <p:nvPr/>
          </p:nvSpPr>
          <p:spPr bwMode="auto">
            <a:xfrm>
              <a:off x="10684722" y="1385705"/>
              <a:ext cx="94205" cy="344858"/>
            </a:xfrm>
            <a:custGeom>
              <a:avLst/>
              <a:gdLst>
                <a:gd name="T0" fmla="*/ 10 w 27"/>
                <a:gd name="T1" fmla="*/ 0 h 99"/>
                <a:gd name="T2" fmla="*/ 17 w 27"/>
                <a:gd name="T3" fmla="*/ 12 h 99"/>
                <a:gd name="T4" fmla="*/ 0 w 27"/>
                <a:gd name="T5" fmla="*/ 88 h 99"/>
                <a:gd name="T6" fmla="*/ 9 w 27"/>
                <a:gd name="T7" fmla="*/ 99 h 99"/>
                <a:gd name="T8" fmla="*/ 16 w 27"/>
                <a:gd name="T9" fmla="*/ 89 h 99"/>
                <a:gd name="T10" fmla="*/ 22 w 27"/>
                <a:gd name="T11" fmla="*/ 13 h 99"/>
                <a:gd name="T12" fmla="*/ 27 w 27"/>
                <a:gd name="T13" fmla="*/ 0 h 99"/>
                <a:gd name="T14" fmla="*/ 18 w 27"/>
                <a:gd name="T15" fmla="*/ 1 h 99"/>
                <a:gd name="T16" fmla="*/ 10 w 27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9">
                  <a:moveTo>
                    <a:pt x="10" y="0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" y="71"/>
                    <a:pt x="0" y="88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6" y="89"/>
                    <a:pt x="13" y="48"/>
                    <a:pt x="22" y="13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8" y="1"/>
                    <a:pt x="18" y="1"/>
                    <a:pt x="18" y="1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3" name="Freeform 178"/>
            <p:cNvSpPr/>
            <p:nvPr/>
          </p:nvSpPr>
          <p:spPr bwMode="auto">
            <a:xfrm>
              <a:off x="10691451" y="1363836"/>
              <a:ext cx="57196" cy="67289"/>
            </a:xfrm>
            <a:custGeom>
              <a:avLst/>
              <a:gdLst>
                <a:gd name="T0" fmla="*/ 0 w 34"/>
                <a:gd name="T1" fmla="*/ 6 h 40"/>
                <a:gd name="T2" fmla="*/ 13 w 34"/>
                <a:gd name="T3" fmla="*/ 0 h 40"/>
                <a:gd name="T4" fmla="*/ 34 w 34"/>
                <a:gd name="T5" fmla="*/ 15 h 40"/>
                <a:gd name="T6" fmla="*/ 11 w 34"/>
                <a:gd name="T7" fmla="*/ 40 h 40"/>
                <a:gd name="T8" fmla="*/ 0 w 34"/>
                <a:gd name="T9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6"/>
                  </a:moveTo>
                  <a:lnTo>
                    <a:pt x="13" y="0"/>
                  </a:lnTo>
                  <a:lnTo>
                    <a:pt x="34" y="15"/>
                  </a:lnTo>
                  <a:lnTo>
                    <a:pt x="11" y="4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4" name="Freeform 179"/>
            <p:cNvSpPr/>
            <p:nvPr/>
          </p:nvSpPr>
          <p:spPr bwMode="auto">
            <a:xfrm>
              <a:off x="10748646" y="1353743"/>
              <a:ext cx="87476" cy="65608"/>
            </a:xfrm>
            <a:custGeom>
              <a:avLst/>
              <a:gdLst>
                <a:gd name="T0" fmla="*/ 0 w 52"/>
                <a:gd name="T1" fmla="*/ 21 h 39"/>
                <a:gd name="T2" fmla="*/ 33 w 52"/>
                <a:gd name="T3" fmla="*/ 39 h 39"/>
                <a:gd name="T4" fmla="*/ 52 w 52"/>
                <a:gd name="T5" fmla="*/ 10 h 39"/>
                <a:gd name="T6" fmla="*/ 29 w 52"/>
                <a:gd name="T7" fmla="*/ 0 h 39"/>
                <a:gd name="T8" fmla="*/ 0 w 52"/>
                <a:gd name="T9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9">
                  <a:moveTo>
                    <a:pt x="0" y="21"/>
                  </a:moveTo>
                  <a:lnTo>
                    <a:pt x="33" y="39"/>
                  </a:lnTo>
                  <a:lnTo>
                    <a:pt x="52" y="10"/>
                  </a:lnTo>
                  <a:lnTo>
                    <a:pt x="2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5" name="Freeform 180"/>
            <p:cNvSpPr/>
            <p:nvPr/>
          </p:nvSpPr>
          <p:spPr bwMode="auto">
            <a:xfrm>
              <a:off x="10794067" y="1479910"/>
              <a:ext cx="65608" cy="94205"/>
            </a:xfrm>
            <a:custGeom>
              <a:avLst/>
              <a:gdLst>
                <a:gd name="T0" fmla="*/ 0 w 19"/>
                <a:gd name="T1" fmla="*/ 4 h 27"/>
                <a:gd name="T2" fmla="*/ 19 w 19"/>
                <a:gd name="T3" fmla="*/ 4 h 27"/>
                <a:gd name="T4" fmla="*/ 17 w 19"/>
                <a:gd name="T5" fmla="*/ 22 h 27"/>
                <a:gd name="T6" fmla="*/ 8 w 19"/>
                <a:gd name="T7" fmla="*/ 27 h 27"/>
                <a:gd name="T8" fmla="*/ 0 w 19"/>
                <a:gd name="T9" fmla="*/ 22 h 27"/>
                <a:gd name="T10" fmla="*/ 0 w 19"/>
                <a:gd name="T11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0" y="4"/>
                  </a:moveTo>
                  <a:cubicBezTo>
                    <a:pt x="0" y="4"/>
                    <a:pt x="10" y="0"/>
                    <a:pt x="19" y="4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6" name="Freeform 181"/>
            <p:cNvSpPr/>
            <p:nvPr/>
          </p:nvSpPr>
          <p:spPr bwMode="auto">
            <a:xfrm>
              <a:off x="10794067" y="1140099"/>
              <a:ext cx="48785" cy="94205"/>
            </a:xfrm>
            <a:custGeom>
              <a:avLst/>
              <a:gdLst>
                <a:gd name="T0" fmla="*/ 0 w 14"/>
                <a:gd name="T1" fmla="*/ 0 h 27"/>
                <a:gd name="T2" fmla="*/ 3 w 14"/>
                <a:gd name="T3" fmla="*/ 12 h 27"/>
                <a:gd name="T4" fmla="*/ 5 w 14"/>
                <a:gd name="T5" fmla="*/ 27 h 27"/>
                <a:gd name="T6" fmla="*/ 12 w 14"/>
                <a:gd name="T7" fmla="*/ 23 h 27"/>
                <a:gd name="T8" fmla="*/ 0 w 14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7">
                  <a:moveTo>
                    <a:pt x="0" y="0"/>
                  </a:moveTo>
                  <a:cubicBezTo>
                    <a:pt x="0" y="0"/>
                    <a:pt x="1" y="8"/>
                    <a:pt x="3" y="12"/>
                  </a:cubicBezTo>
                  <a:cubicBezTo>
                    <a:pt x="5" y="17"/>
                    <a:pt x="5" y="27"/>
                    <a:pt x="5" y="27"/>
                  </a:cubicBezTo>
                  <a:cubicBezTo>
                    <a:pt x="5" y="27"/>
                    <a:pt x="8" y="18"/>
                    <a:pt x="12" y="23"/>
                  </a:cubicBezTo>
                  <a:cubicBezTo>
                    <a:pt x="12" y="23"/>
                    <a:pt x="14" y="5"/>
                    <a:pt x="0" y="0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7" name="Freeform 182"/>
            <p:cNvSpPr/>
            <p:nvPr/>
          </p:nvSpPr>
          <p:spPr bwMode="auto">
            <a:xfrm>
              <a:off x="10807525" y="1204024"/>
              <a:ext cx="48785" cy="72336"/>
            </a:xfrm>
            <a:custGeom>
              <a:avLst/>
              <a:gdLst>
                <a:gd name="T0" fmla="*/ 1 w 14"/>
                <a:gd name="T1" fmla="*/ 9 h 21"/>
                <a:gd name="T2" fmla="*/ 8 w 14"/>
                <a:gd name="T3" fmla="*/ 5 h 21"/>
                <a:gd name="T4" fmla="*/ 2 w 14"/>
                <a:gd name="T5" fmla="*/ 20 h 21"/>
                <a:gd name="T6" fmla="*/ 1 w 14"/>
                <a:gd name="T7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1">
                  <a:moveTo>
                    <a:pt x="1" y="9"/>
                  </a:moveTo>
                  <a:cubicBezTo>
                    <a:pt x="1" y="9"/>
                    <a:pt x="2" y="0"/>
                    <a:pt x="8" y="5"/>
                  </a:cubicBezTo>
                  <a:cubicBezTo>
                    <a:pt x="14" y="10"/>
                    <a:pt x="5" y="21"/>
                    <a:pt x="2" y="20"/>
                  </a:cubicBezTo>
                  <a:cubicBezTo>
                    <a:pt x="0" y="1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FFE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8" name="Freeform 183"/>
            <p:cNvSpPr/>
            <p:nvPr/>
          </p:nvSpPr>
          <p:spPr bwMode="auto">
            <a:xfrm>
              <a:off x="10541733" y="1801216"/>
              <a:ext cx="622425" cy="1137188"/>
            </a:xfrm>
            <a:custGeom>
              <a:avLst/>
              <a:gdLst>
                <a:gd name="T0" fmla="*/ 41 w 178"/>
                <a:gd name="T1" fmla="*/ 7 h 326"/>
                <a:gd name="T2" fmla="*/ 106 w 178"/>
                <a:gd name="T3" fmla="*/ 0 h 326"/>
                <a:gd name="T4" fmla="*/ 114 w 178"/>
                <a:gd name="T5" fmla="*/ 24 h 326"/>
                <a:gd name="T6" fmla="*/ 150 w 178"/>
                <a:gd name="T7" fmla="*/ 154 h 326"/>
                <a:gd name="T8" fmla="*/ 156 w 178"/>
                <a:gd name="T9" fmla="*/ 291 h 326"/>
                <a:gd name="T10" fmla="*/ 175 w 178"/>
                <a:gd name="T11" fmla="*/ 317 h 326"/>
                <a:gd name="T12" fmla="*/ 137 w 178"/>
                <a:gd name="T13" fmla="*/ 301 h 326"/>
                <a:gd name="T14" fmla="*/ 124 w 178"/>
                <a:gd name="T15" fmla="*/ 160 h 326"/>
                <a:gd name="T16" fmla="*/ 81 w 178"/>
                <a:gd name="T17" fmla="*/ 62 h 326"/>
                <a:gd name="T18" fmla="*/ 75 w 178"/>
                <a:gd name="T19" fmla="*/ 60 h 326"/>
                <a:gd name="T20" fmla="*/ 38 w 178"/>
                <a:gd name="T21" fmla="*/ 174 h 326"/>
                <a:gd name="T22" fmla="*/ 76 w 178"/>
                <a:gd name="T23" fmla="*/ 288 h 326"/>
                <a:gd name="T24" fmla="*/ 30 w 178"/>
                <a:gd name="T25" fmla="*/ 308 h 326"/>
                <a:gd name="T26" fmla="*/ 55 w 178"/>
                <a:gd name="T27" fmla="*/ 283 h 326"/>
                <a:gd name="T28" fmla="*/ 8 w 178"/>
                <a:gd name="T29" fmla="*/ 179 h 326"/>
                <a:gd name="T30" fmla="*/ 41 w 178"/>
                <a:gd name="T31" fmla="*/ 28 h 326"/>
                <a:gd name="T32" fmla="*/ 41 w 178"/>
                <a:gd name="T33" fmla="*/ 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8" h="326">
                  <a:moveTo>
                    <a:pt x="41" y="7"/>
                  </a:moveTo>
                  <a:cubicBezTo>
                    <a:pt x="41" y="7"/>
                    <a:pt x="78" y="15"/>
                    <a:pt x="106" y="0"/>
                  </a:cubicBezTo>
                  <a:cubicBezTo>
                    <a:pt x="106" y="0"/>
                    <a:pt x="112" y="18"/>
                    <a:pt x="114" y="24"/>
                  </a:cubicBezTo>
                  <a:cubicBezTo>
                    <a:pt x="124" y="59"/>
                    <a:pt x="145" y="117"/>
                    <a:pt x="150" y="154"/>
                  </a:cubicBezTo>
                  <a:cubicBezTo>
                    <a:pt x="156" y="193"/>
                    <a:pt x="156" y="291"/>
                    <a:pt x="156" y="291"/>
                  </a:cubicBezTo>
                  <a:cubicBezTo>
                    <a:pt x="178" y="312"/>
                    <a:pt x="175" y="317"/>
                    <a:pt x="175" y="317"/>
                  </a:cubicBezTo>
                  <a:cubicBezTo>
                    <a:pt x="146" y="326"/>
                    <a:pt x="137" y="301"/>
                    <a:pt x="137" y="301"/>
                  </a:cubicBezTo>
                  <a:cubicBezTo>
                    <a:pt x="137" y="301"/>
                    <a:pt x="134" y="199"/>
                    <a:pt x="124" y="160"/>
                  </a:cubicBezTo>
                  <a:cubicBezTo>
                    <a:pt x="117" y="134"/>
                    <a:pt x="95" y="99"/>
                    <a:pt x="81" y="62"/>
                  </a:cubicBezTo>
                  <a:cubicBezTo>
                    <a:pt x="80" y="59"/>
                    <a:pt x="76" y="58"/>
                    <a:pt x="75" y="60"/>
                  </a:cubicBezTo>
                  <a:cubicBezTo>
                    <a:pt x="65" y="97"/>
                    <a:pt x="41" y="156"/>
                    <a:pt x="38" y="174"/>
                  </a:cubicBezTo>
                  <a:cubicBezTo>
                    <a:pt x="35" y="190"/>
                    <a:pt x="76" y="288"/>
                    <a:pt x="76" y="288"/>
                  </a:cubicBezTo>
                  <a:cubicBezTo>
                    <a:pt x="76" y="288"/>
                    <a:pt x="52" y="316"/>
                    <a:pt x="30" y="308"/>
                  </a:cubicBezTo>
                  <a:cubicBezTo>
                    <a:pt x="30" y="308"/>
                    <a:pt x="27" y="298"/>
                    <a:pt x="55" y="283"/>
                  </a:cubicBezTo>
                  <a:cubicBezTo>
                    <a:pt x="55" y="283"/>
                    <a:pt x="21" y="213"/>
                    <a:pt x="8" y="179"/>
                  </a:cubicBezTo>
                  <a:cubicBezTo>
                    <a:pt x="0" y="159"/>
                    <a:pt x="36" y="66"/>
                    <a:pt x="41" y="28"/>
                  </a:cubicBezTo>
                  <a:cubicBezTo>
                    <a:pt x="41" y="23"/>
                    <a:pt x="41" y="7"/>
                    <a:pt x="41" y="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199" name="Freeform 184"/>
            <p:cNvSpPr/>
            <p:nvPr/>
          </p:nvSpPr>
          <p:spPr bwMode="auto">
            <a:xfrm>
              <a:off x="10745282" y="1844954"/>
              <a:ext cx="65608" cy="35327"/>
            </a:xfrm>
            <a:custGeom>
              <a:avLst/>
              <a:gdLst>
                <a:gd name="T0" fmla="*/ 0 w 19"/>
                <a:gd name="T1" fmla="*/ 0 h 10"/>
                <a:gd name="T2" fmla="*/ 1 w 19"/>
                <a:gd name="T3" fmla="*/ 8 h 10"/>
                <a:gd name="T4" fmla="*/ 19 w 19"/>
                <a:gd name="T5" fmla="*/ 8 h 10"/>
                <a:gd name="T6" fmla="*/ 19 w 19"/>
                <a:gd name="T7" fmla="*/ 0 h 10"/>
                <a:gd name="T8" fmla="*/ 0 w 19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">
                  <a:moveTo>
                    <a:pt x="0" y="0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0" y="10"/>
                    <a:pt x="19" y="8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0" name="Freeform 185"/>
            <p:cNvSpPr/>
            <p:nvPr/>
          </p:nvSpPr>
          <p:spPr bwMode="auto">
            <a:xfrm>
              <a:off x="10603975" y="2425323"/>
              <a:ext cx="87476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0 w 25"/>
                <a:gd name="T5" fmla="*/ 12 h 41"/>
                <a:gd name="T6" fmla="*/ 2 w 25"/>
                <a:gd name="T7" fmla="*/ 18 h 41"/>
                <a:gd name="T8" fmla="*/ 5 w 25"/>
                <a:gd name="T9" fmla="*/ 22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5 h 41"/>
                <a:gd name="T20" fmla="*/ 14 w 25"/>
                <a:gd name="T21" fmla="*/ 10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3 h 41"/>
                <a:gd name="T30" fmla="*/ 25 w 25"/>
                <a:gd name="T31" fmla="*/ 13 h 41"/>
                <a:gd name="T32" fmla="*/ 23 w 25"/>
                <a:gd name="T33" fmla="*/ 15 h 41"/>
                <a:gd name="T34" fmla="*/ 24 w 25"/>
                <a:gd name="T35" fmla="*/ 15 h 41"/>
                <a:gd name="T36" fmla="*/ 22 w 25"/>
                <a:gd name="T37" fmla="*/ 18 h 41"/>
                <a:gd name="T38" fmla="*/ 20 w 25"/>
                <a:gd name="T39" fmla="*/ 22 h 41"/>
                <a:gd name="T40" fmla="*/ 15 w 25"/>
                <a:gd name="T41" fmla="*/ 35 h 41"/>
                <a:gd name="T42" fmla="*/ 12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2" y="13"/>
                    <a:pt x="2" y="1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2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8"/>
                    <a:pt x="18" y="10"/>
                  </a:cubicBezTo>
                  <a:cubicBezTo>
                    <a:pt x="15" y="11"/>
                    <a:pt x="15" y="15"/>
                    <a:pt x="15" y="1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4" y="12"/>
                    <a:pt x="25" y="13"/>
                  </a:cubicBezTo>
                  <a:cubicBezTo>
                    <a:pt x="25" y="14"/>
                    <a:pt x="23" y="15"/>
                    <a:pt x="23" y="15"/>
                  </a:cubicBezTo>
                  <a:cubicBezTo>
                    <a:pt x="23" y="15"/>
                    <a:pt x="24" y="15"/>
                    <a:pt x="24" y="15"/>
                  </a:cubicBezTo>
                  <a:cubicBezTo>
                    <a:pt x="24" y="17"/>
                    <a:pt x="22" y="18"/>
                    <a:pt x="22" y="18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1" y="32"/>
                    <a:pt x="15" y="35"/>
                  </a:cubicBezTo>
                  <a:cubicBezTo>
                    <a:pt x="14" y="35"/>
                    <a:pt x="12" y="41"/>
                    <a:pt x="12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1" name="Freeform 186"/>
            <p:cNvSpPr/>
            <p:nvPr/>
          </p:nvSpPr>
          <p:spPr bwMode="auto">
            <a:xfrm>
              <a:off x="10460986" y="2536350"/>
              <a:ext cx="227102" cy="496258"/>
            </a:xfrm>
            <a:custGeom>
              <a:avLst/>
              <a:gdLst>
                <a:gd name="T0" fmla="*/ 10 w 65"/>
                <a:gd name="T1" fmla="*/ 110 h 142"/>
                <a:gd name="T2" fmla="*/ 41 w 65"/>
                <a:gd name="T3" fmla="*/ 71 h 142"/>
                <a:gd name="T4" fmla="*/ 48 w 65"/>
                <a:gd name="T5" fmla="*/ 1 h 142"/>
                <a:gd name="T6" fmla="*/ 61 w 65"/>
                <a:gd name="T7" fmla="*/ 0 h 142"/>
                <a:gd name="T8" fmla="*/ 61 w 65"/>
                <a:gd name="T9" fmla="*/ 74 h 142"/>
                <a:gd name="T10" fmla="*/ 23 w 65"/>
                <a:gd name="T11" fmla="*/ 142 h 142"/>
                <a:gd name="T12" fmla="*/ 10 w 65"/>
                <a:gd name="T13" fmla="*/ 11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42">
                  <a:moveTo>
                    <a:pt x="10" y="110"/>
                  </a:moveTo>
                  <a:cubicBezTo>
                    <a:pt x="41" y="71"/>
                    <a:pt x="41" y="71"/>
                    <a:pt x="41" y="7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5" y="56"/>
                    <a:pt x="61" y="74"/>
                  </a:cubicBezTo>
                  <a:cubicBezTo>
                    <a:pt x="56" y="93"/>
                    <a:pt x="23" y="142"/>
                    <a:pt x="23" y="142"/>
                  </a:cubicBezTo>
                  <a:cubicBezTo>
                    <a:pt x="23" y="142"/>
                    <a:pt x="0" y="130"/>
                    <a:pt x="10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2" name="Freeform 187"/>
            <p:cNvSpPr/>
            <p:nvPr/>
          </p:nvSpPr>
          <p:spPr bwMode="auto">
            <a:xfrm>
              <a:off x="10570330" y="4191665"/>
              <a:ext cx="90840" cy="129532"/>
            </a:xfrm>
            <a:custGeom>
              <a:avLst/>
              <a:gdLst>
                <a:gd name="T0" fmla="*/ 2 w 26"/>
                <a:gd name="T1" fmla="*/ 26 h 37"/>
                <a:gd name="T2" fmla="*/ 0 w 26"/>
                <a:gd name="T3" fmla="*/ 12 h 37"/>
                <a:gd name="T4" fmla="*/ 4 w 26"/>
                <a:gd name="T5" fmla="*/ 5 h 37"/>
                <a:gd name="T6" fmla="*/ 3 w 26"/>
                <a:gd name="T7" fmla="*/ 11 h 37"/>
                <a:gd name="T8" fmla="*/ 4 w 26"/>
                <a:gd name="T9" fmla="*/ 16 h 37"/>
                <a:gd name="T10" fmla="*/ 10 w 26"/>
                <a:gd name="T11" fmla="*/ 7 h 37"/>
                <a:gd name="T12" fmla="*/ 17 w 26"/>
                <a:gd name="T13" fmla="*/ 0 h 37"/>
                <a:gd name="T14" fmla="*/ 18 w 26"/>
                <a:gd name="T15" fmla="*/ 2 h 37"/>
                <a:gd name="T16" fmla="*/ 13 w 26"/>
                <a:gd name="T17" fmla="*/ 8 h 37"/>
                <a:gd name="T18" fmla="*/ 11 w 26"/>
                <a:gd name="T19" fmla="*/ 12 h 37"/>
                <a:gd name="T20" fmla="*/ 17 w 26"/>
                <a:gd name="T21" fmla="*/ 9 h 37"/>
                <a:gd name="T22" fmla="*/ 26 w 26"/>
                <a:gd name="T23" fmla="*/ 9 h 37"/>
                <a:gd name="T24" fmla="*/ 20 w 26"/>
                <a:gd name="T25" fmla="*/ 11 h 37"/>
                <a:gd name="T26" fmla="*/ 15 w 26"/>
                <a:gd name="T27" fmla="*/ 15 h 37"/>
                <a:gd name="T28" fmla="*/ 21 w 26"/>
                <a:gd name="T29" fmla="*/ 15 h 37"/>
                <a:gd name="T30" fmla="*/ 25 w 26"/>
                <a:gd name="T31" fmla="*/ 17 h 37"/>
                <a:gd name="T32" fmla="*/ 23 w 26"/>
                <a:gd name="T33" fmla="*/ 18 h 37"/>
                <a:gd name="T34" fmla="*/ 24 w 26"/>
                <a:gd name="T35" fmla="*/ 19 h 37"/>
                <a:gd name="T36" fmla="*/ 20 w 26"/>
                <a:gd name="T37" fmla="*/ 20 h 37"/>
                <a:gd name="T38" fmla="*/ 17 w 26"/>
                <a:gd name="T39" fmla="*/ 23 h 37"/>
                <a:gd name="T40" fmla="*/ 7 w 26"/>
                <a:gd name="T41" fmla="*/ 32 h 37"/>
                <a:gd name="T42" fmla="*/ 1 w 26"/>
                <a:gd name="T43" fmla="*/ 37 h 37"/>
                <a:gd name="T44" fmla="*/ 2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" y="2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5" y="7"/>
                    <a:pt x="3" y="11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9" y="0"/>
                    <a:pt x="18" y="2"/>
                  </a:cubicBezTo>
                  <a:cubicBezTo>
                    <a:pt x="18" y="3"/>
                    <a:pt x="13" y="8"/>
                    <a:pt x="13" y="8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12"/>
                    <a:pt x="20" y="11"/>
                  </a:cubicBezTo>
                  <a:cubicBezTo>
                    <a:pt x="18" y="11"/>
                    <a:pt x="15" y="15"/>
                    <a:pt x="15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5" y="16"/>
                    <a:pt x="25" y="17"/>
                  </a:cubicBezTo>
                  <a:cubicBezTo>
                    <a:pt x="25" y="18"/>
                    <a:pt x="23" y="18"/>
                    <a:pt x="23" y="18"/>
                  </a:cubicBezTo>
                  <a:cubicBezTo>
                    <a:pt x="23" y="18"/>
                    <a:pt x="24" y="18"/>
                    <a:pt x="24" y="19"/>
                  </a:cubicBezTo>
                  <a:cubicBezTo>
                    <a:pt x="23" y="20"/>
                    <a:pt x="20" y="20"/>
                    <a:pt x="20" y="20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3" y="33"/>
                    <a:pt x="7" y="32"/>
                  </a:cubicBezTo>
                  <a:cubicBezTo>
                    <a:pt x="5" y="32"/>
                    <a:pt x="1" y="37"/>
                    <a:pt x="1" y="37"/>
                  </a:cubicBezTo>
                  <a:lnTo>
                    <a:pt x="2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3" name="Freeform 188"/>
            <p:cNvSpPr/>
            <p:nvPr/>
          </p:nvSpPr>
          <p:spPr bwMode="auto">
            <a:xfrm>
              <a:off x="10852945" y="4191665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7 w 26"/>
                <a:gd name="T15" fmla="*/ 2 h 37"/>
                <a:gd name="T16" fmla="*/ 12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5 w 26"/>
                <a:gd name="T25" fmla="*/ 11 h 37"/>
                <a:gd name="T26" fmla="*/ 10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5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4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7" y="2"/>
                  </a:cubicBezTo>
                  <a:cubicBezTo>
                    <a:pt x="8" y="3"/>
                    <a:pt x="12" y="8"/>
                    <a:pt x="12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5" y="11"/>
                  </a:cubicBezTo>
                  <a:cubicBezTo>
                    <a:pt x="8" y="11"/>
                    <a:pt x="10" y="15"/>
                    <a:pt x="1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5" y="20"/>
                    <a:pt x="5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2" y="33"/>
                    <a:pt x="19" y="32"/>
                  </a:cubicBezTo>
                  <a:cubicBezTo>
                    <a:pt x="20" y="32"/>
                    <a:pt x="24" y="37"/>
                    <a:pt x="24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4" name="Freeform 189"/>
            <p:cNvSpPr/>
            <p:nvPr/>
          </p:nvSpPr>
          <p:spPr bwMode="auto">
            <a:xfrm>
              <a:off x="10915188" y="4267366"/>
              <a:ext cx="60560" cy="97569"/>
            </a:xfrm>
            <a:custGeom>
              <a:avLst/>
              <a:gdLst>
                <a:gd name="T0" fmla="*/ 8 w 17"/>
                <a:gd name="T1" fmla="*/ 28 h 28"/>
                <a:gd name="T2" fmla="*/ 0 w 17"/>
                <a:gd name="T3" fmla="*/ 15 h 28"/>
                <a:gd name="T4" fmla="*/ 6 w 17"/>
                <a:gd name="T5" fmla="*/ 2 h 28"/>
                <a:gd name="T6" fmla="*/ 17 w 17"/>
                <a:gd name="T7" fmla="*/ 10 h 28"/>
                <a:gd name="T8" fmla="*/ 8 w 17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8" y="28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0"/>
                    <a:pt x="6" y="2"/>
                  </a:cubicBezTo>
                  <a:cubicBezTo>
                    <a:pt x="17" y="10"/>
                    <a:pt x="17" y="10"/>
                    <a:pt x="17" y="10"/>
                  </a:cubicBezTo>
                  <a:lnTo>
                    <a:pt x="8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5" name="Freeform 190"/>
            <p:cNvSpPr/>
            <p:nvPr/>
          </p:nvSpPr>
          <p:spPr bwMode="auto">
            <a:xfrm>
              <a:off x="10518181" y="4264001"/>
              <a:ext cx="82430" cy="112710"/>
            </a:xfrm>
            <a:custGeom>
              <a:avLst/>
              <a:gdLst>
                <a:gd name="T0" fmla="*/ 16 w 24"/>
                <a:gd name="T1" fmla="*/ 0 h 32"/>
                <a:gd name="T2" fmla="*/ 22 w 24"/>
                <a:gd name="T3" fmla="*/ 7 h 32"/>
                <a:gd name="T4" fmla="*/ 22 w 24"/>
                <a:gd name="T5" fmla="*/ 19 h 32"/>
                <a:gd name="T6" fmla="*/ 0 w 24"/>
                <a:gd name="T7" fmla="*/ 32 h 32"/>
                <a:gd name="T8" fmla="*/ 16 w 24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2">
                  <a:moveTo>
                    <a:pt x="16" y="0"/>
                  </a:moveTo>
                  <a:cubicBezTo>
                    <a:pt x="16" y="0"/>
                    <a:pt x="20" y="1"/>
                    <a:pt x="22" y="7"/>
                  </a:cubicBezTo>
                  <a:cubicBezTo>
                    <a:pt x="24" y="13"/>
                    <a:pt x="22" y="19"/>
                    <a:pt x="22" y="19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6" name="Freeform 191"/>
            <p:cNvSpPr/>
            <p:nvPr/>
          </p:nvSpPr>
          <p:spPr bwMode="auto">
            <a:xfrm>
              <a:off x="11280231" y="4048676"/>
              <a:ext cx="85794" cy="142990"/>
            </a:xfrm>
            <a:custGeom>
              <a:avLst/>
              <a:gdLst>
                <a:gd name="T0" fmla="*/ 8 w 25"/>
                <a:gd name="T1" fmla="*/ 31 h 41"/>
                <a:gd name="T2" fmla="*/ 0 w 25"/>
                <a:gd name="T3" fmla="*/ 20 h 41"/>
                <a:gd name="T4" fmla="*/ 1 w 25"/>
                <a:gd name="T5" fmla="*/ 12 h 41"/>
                <a:gd name="T6" fmla="*/ 2 w 25"/>
                <a:gd name="T7" fmla="*/ 18 h 41"/>
                <a:gd name="T8" fmla="*/ 6 w 25"/>
                <a:gd name="T9" fmla="*/ 21 h 41"/>
                <a:gd name="T10" fmla="*/ 6 w 25"/>
                <a:gd name="T11" fmla="*/ 11 h 41"/>
                <a:gd name="T12" fmla="*/ 10 w 25"/>
                <a:gd name="T13" fmla="*/ 1 h 41"/>
                <a:gd name="T14" fmla="*/ 12 w 25"/>
                <a:gd name="T15" fmla="*/ 2 h 41"/>
                <a:gd name="T16" fmla="*/ 10 w 25"/>
                <a:gd name="T17" fmla="*/ 10 h 41"/>
                <a:gd name="T18" fmla="*/ 10 w 25"/>
                <a:gd name="T19" fmla="*/ 14 h 41"/>
                <a:gd name="T20" fmla="*/ 14 w 25"/>
                <a:gd name="T21" fmla="*/ 9 h 41"/>
                <a:gd name="T22" fmla="*/ 22 w 25"/>
                <a:gd name="T23" fmla="*/ 5 h 41"/>
                <a:gd name="T24" fmla="*/ 18 w 25"/>
                <a:gd name="T25" fmla="*/ 10 h 41"/>
                <a:gd name="T26" fmla="*/ 15 w 25"/>
                <a:gd name="T27" fmla="*/ 15 h 41"/>
                <a:gd name="T28" fmla="*/ 20 w 25"/>
                <a:gd name="T29" fmla="*/ 12 h 41"/>
                <a:gd name="T30" fmla="*/ 25 w 25"/>
                <a:gd name="T31" fmla="*/ 12 h 41"/>
                <a:gd name="T32" fmla="*/ 23 w 25"/>
                <a:gd name="T33" fmla="*/ 14 h 41"/>
                <a:gd name="T34" fmla="*/ 24 w 25"/>
                <a:gd name="T35" fmla="*/ 15 h 41"/>
                <a:gd name="T36" fmla="*/ 22 w 25"/>
                <a:gd name="T37" fmla="*/ 17 h 41"/>
                <a:gd name="T38" fmla="*/ 20 w 25"/>
                <a:gd name="T39" fmla="*/ 21 h 41"/>
                <a:gd name="T40" fmla="*/ 16 w 25"/>
                <a:gd name="T41" fmla="*/ 34 h 41"/>
                <a:gd name="T42" fmla="*/ 13 w 25"/>
                <a:gd name="T43" fmla="*/ 41 h 41"/>
                <a:gd name="T44" fmla="*/ 8 w 25"/>
                <a:gd name="T45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" h="41">
                  <a:moveTo>
                    <a:pt x="8" y="3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2" y="13"/>
                    <a:pt x="2" y="18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1" y="0"/>
                    <a:pt x="12" y="2"/>
                  </a:cubicBezTo>
                  <a:cubicBezTo>
                    <a:pt x="12" y="4"/>
                    <a:pt x="10" y="10"/>
                    <a:pt x="10" y="10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3" y="7"/>
                    <a:pt x="18" y="10"/>
                  </a:cubicBezTo>
                  <a:cubicBezTo>
                    <a:pt x="16" y="11"/>
                    <a:pt x="15" y="15"/>
                    <a:pt x="15" y="15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4" y="11"/>
                    <a:pt x="25" y="12"/>
                  </a:cubicBezTo>
                  <a:cubicBezTo>
                    <a:pt x="25" y="13"/>
                    <a:pt x="23" y="14"/>
                    <a:pt x="23" y="14"/>
                  </a:cubicBezTo>
                  <a:cubicBezTo>
                    <a:pt x="23" y="14"/>
                    <a:pt x="25" y="14"/>
                    <a:pt x="24" y="15"/>
                  </a:cubicBezTo>
                  <a:cubicBezTo>
                    <a:pt x="24" y="16"/>
                    <a:pt x="22" y="17"/>
                    <a:pt x="22" y="17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2" y="32"/>
                    <a:pt x="16" y="34"/>
                  </a:cubicBezTo>
                  <a:cubicBezTo>
                    <a:pt x="14" y="35"/>
                    <a:pt x="13" y="41"/>
                    <a:pt x="13" y="41"/>
                  </a:cubicBezTo>
                  <a:lnTo>
                    <a:pt x="8" y="31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7" name="Freeform 192"/>
            <p:cNvSpPr/>
            <p:nvPr/>
          </p:nvSpPr>
          <p:spPr bwMode="auto">
            <a:xfrm>
              <a:off x="11290325" y="4159703"/>
              <a:ext cx="171587" cy="484482"/>
            </a:xfrm>
            <a:custGeom>
              <a:avLst/>
              <a:gdLst>
                <a:gd name="T0" fmla="*/ 10 w 49"/>
                <a:gd name="T1" fmla="*/ 139 h 139"/>
                <a:gd name="T2" fmla="*/ 2 w 49"/>
                <a:gd name="T3" fmla="*/ 117 h 139"/>
                <a:gd name="T4" fmla="*/ 24 w 49"/>
                <a:gd name="T5" fmla="*/ 62 h 139"/>
                <a:gd name="T6" fmla="*/ 4 w 49"/>
                <a:gd name="T7" fmla="*/ 2 h 139"/>
                <a:gd name="T8" fmla="*/ 17 w 49"/>
                <a:gd name="T9" fmla="*/ 2 h 139"/>
                <a:gd name="T10" fmla="*/ 44 w 49"/>
                <a:gd name="T11" fmla="*/ 57 h 139"/>
                <a:gd name="T12" fmla="*/ 10 w 49"/>
                <a:gd name="T1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39">
                  <a:moveTo>
                    <a:pt x="10" y="139"/>
                  </a:moveTo>
                  <a:cubicBezTo>
                    <a:pt x="10" y="139"/>
                    <a:pt x="3" y="135"/>
                    <a:pt x="2" y="117"/>
                  </a:cubicBezTo>
                  <a:cubicBezTo>
                    <a:pt x="0" y="100"/>
                    <a:pt x="24" y="62"/>
                    <a:pt x="24" y="6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6" y="0"/>
                    <a:pt x="17" y="2"/>
                    <a:pt x="17" y="2"/>
                  </a:cubicBezTo>
                  <a:cubicBezTo>
                    <a:pt x="17" y="2"/>
                    <a:pt x="40" y="35"/>
                    <a:pt x="44" y="57"/>
                  </a:cubicBezTo>
                  <a:cubicBezTo>
                    <a:pt x="49" y="79"/>
                    <a:pt x="26" y="128"/>
                    <a:pt x="10" y="1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8" name="Freeform 193"/>
            <p:cNvSpPr/>
            <p:nvPr/>
          </p:nvSpPr>
          <p:spPr bwMode="auto">
            <a:xfrm>
              <a:off x="10185100" y="-453"/>
              <a:ext cx="1014385" cy="454202"/>
            </a:xfrm>
            <a:custGeom>
              <a:avLst/>
              <a:gdLst>
                <a:gd name="T0" fmla="*/ 170 w 290"/>
                <a:gd name="T1" fmla="*/ 0 h 130"/>
                <a:gd name="T2" fmla="*/ 120 w 290"/>
                <a:gd name="T3" fmla="*/ 0 h 130"/>
                <a:gd name="T4" fmla="*/ 0 w 290"/>
                <a:gd name="T5" fmla="*/ 0 h 130"/>
                <a:gd name="T6" fmla="*/ 14 w 290"/>
                <a:gd name="T7" fmla="*/ 24 h 130"/>
                <a:gd name="T8" fmla="*/ 95 w 290"/>
                <a:gd name="T9" fmla="*/ 130 h 130"/>
                <a:gd name="T10" fmla="*/ 144 w 290"/>
                <a:gd name="T11" fmla="*/ 130 h 130"/>
                <a:gd name="T12" fmla="*/ 146 w 290"/>
                <a:gd name="T13" fmla="*/ 130 h 130"/>
                <a:gd name="T14" fmla="*/ 195 w 290"/>
                <a:gd name="T15" fmla="*/ 130 h 130"/>
                <a:gd name="T16" fmla="*/ 276 w 290"/>
                <a:gd name="T17" fmla="*/ 24 h 130"/>
                <a:gd name="T18" fmla="*/ 290 w 290"/>
                <a:gd name="T19" fmla="*/ 0 h 130"/>
                <a:gd name="T20" fmla="*/ 170 w 290"/>
                <a:gd name="T2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0" h="130">
                  <a:moveTo>
                    <a:pt x="170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99" y="64"/>
                    <a:pt x="95" y="130"/>
                    <a:pt x="95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1" y="64"/>
                    <a:pt x="276" y="24"/>
                  </a:cubicBezTo>
                  <a:cubicBezTo>
                    <a:pt x="290" y="0"/>
                    <a:pt x="290" y="0"/>
                    <a:pt x="290" y="0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09" name="Freeform 194"/>
            <p:cNvSpPr/>
            <p:nvPr/>
          </p:nvSpPr>
          <p:spPr bwMode="auto">
            <a:xfrm>
              <a:off x="10185100" y="-453"/>
              <a:ext cx="1014385" cy="84112"/>
            </a:xfrm>
            <a:custGeom>
              <a:avLst/>
              <a:gdLst>
                <a:gd name="T0" fmla="*/ 0 w 603"/>
                <a:gd name="T1" fmla="*/ 0 h 50"/>
                <a:gd name="T2" fmla="*/ 29 w 603"/>
                <a:gd name="T3" fmla="*/ 50 h 50"/>
                <a:gd name="T4" fmla="*/ 574 w 603"/>
                <a:gd name="T5" fmla="*/ 50 h 50"/>
                <a:gd name="T6" fmla="*/ 603 w 603"/>
                <a:gd name="T7" fmla="*/ 0 h 50"/>
                <a:gd name="T8" fmla="*/ 0 w 60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3" h="50">
                  <a:moveTo>
                    <a:pt x="0" y="0"/>
                  </a:moveTo>
                  <a:lnTo>
                    <a:pt x="29" y="50"/>
                  </a:lnTo>
                  <a:lnTo>
                    <a:pt x="574" y="50"/>
                  </a:lnTo>
                  <a:lnTo>
                    <a:pt x="6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0" name="Freeform 195"/>
            <p:cNvSpPr/>
            <p:nvPr/>
          </p:nvSpPr>
          <p:spPr bwMode="auto">
            <a:xfrm>
              <a:off x="5710367" y="2506070"/>
              <a:ext cx="553454" cy="550090"/>
            </a:xfrm>
            <a:custGeom>
              <a:avLst/>
              <a:gdLst>
                <a:gd name="T0" fmla="*/ 158 w 158"/>
                <a:gd name="T1" fmla="*/ 150 h 158"/>
                <a:gd name="T2" fmla="*/ 150 w 158"/>
                <a:gd name="T3" fmla="*/ 158 h 158"/>
                <a:gd name="T4" fmla="*/ 8 w 158"/>
                <a:gd name="T5" fmla="*/ 158 h 158"/>
                <a:gd name="T6" fmla="*/ 0 w 158"/>
                <a:gd name="T7" fmla="*/ 150 h 158"/>
                <a:gd name="T8" fmla="*/ 0 w 158"/>
                <a:gd name="T9" fmla="*/ 8 h 158"/>
                <a:gd name="T10" fmla="*/ 8 w 158"/>
                <a:gd name="T11" fmla="*/ 0 h 158"/>
                <a:gd name="T12" fmla="*/ 150 w 158"/>
                <a:gd name="T13" fmla="*/ 0 h 158"/>
                <a:gd name="T14" fmla="*/ 158 w 158"/>
                <a:gd name="T15" fmla="*/ 8 h 158"/>
                <a:gd name="T16" fmla="*/ 158 w 158"/>
                <a:gd name="T17" fmla="*/ 15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58">
                  <a:moveTo>
                    <a:pt x="158" y="150"/>
                  </a:moveTo>
                  <a:cubicBezTo>
                    <a:pt x="158" y="155"/>
                    <a:pt x="155" y="158"/>
                    <a:pt x="150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4" y="158"/>
                    <a:pt x="0" y="155"/>
                    <a:pt x="0" y="15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5" y="0"/>
                    <a:pt x="158" y="4"/>
                    <a:pt x="158" y="8"/>
                  </a:cubicBezTo>
                  <a:lnTo>
                    <a:pt x="158" y="15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1" name="Freeform 196"/>
            <p:cNvSpPr/>
            <p:nvPr/>
          </p:nvSpPr>
          <p:spPr bwMode="auto">
            <a:xfrm>
              <a:off x="5722142" y="2506070"/>
              <a:ext cx="529903" cy="529903"/>
            </a:xfrm>
            <a:custGeom>
              <a:avLst/>
              <a:gdLst>
                <a:gd name="T0" fmla="*/ 152 w 152"/>
                <a:gd name="T1" fmla="*/ 145 h 152"/>
                <a:gd name="T2" fmla="*/ 145 w 152"/>
                <a:gd name="T3" fmla="*/ 152 h 152"/>
                <a:gd name="T4" fmla="*/ 8 w 152"/>
                <a:gd name="T5" fmla="*/ 152 h 152"/>
                <a:gd name="T6" fmla="*/ 0 w 152"/>
                <a:gd name="T7" fmla="*/ 145 h 152"/>
                <a:gd name="T8" fmla="*/ 0 w 152"/>
                <a:gd name="T9" fmla="*/ 8 h 152"/>
                <a:gd name="T10" fmla="*/ 8 w 152"/>
                <a:gd name="T11" fmla="*/ 0 h 152"/>
                <a:gd name="T12" fmla="*/ 145 w 152"/>
                <a:gd name="T13" fmla="*/ 0 h 152"/>
                <a:gd name="T14" fmla="*/ 152 w 152"/>
                <a:gd name="T15" fmla="*/ 8 h 152"/>
                <a:gd name="T16" fmla="*/ 152 w 152"/>
                <a:gd name="T17" fmla="*/ 14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152">
                  <a:moveTo>
                    <a:pt x="152" y="145"/>
                  </a:moveTo>
                  <a:cubicBezTo>
                    <a:pt x="152" y="149"/>
                    <a:pt x="149" y="152"/>
                    <a:pt x="145" y="152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4" y="152"/>
                    <a:pt x="0" y="149"/>
                    <a:pt x="0" y="145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49" y="0"/>
                    <a:pt x="152" y="4"/>
                    <a:pt x="152" y="8"/>
                  </a:cubicBezTo>
                  <a:lnTo>
                    <a:pt x="152" y="145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2" name="Rectangle 197"/>
            <p:cNvSpPr>
              <a:spLocks noChangeArrowheads="1"/>
            </p:cNvSpPr>
            <p:nvPr/>
          </p:nvSpPr>
          <p:spPr bwMode="auto">
            <a:xfrm>
              <a:off x="5920646" y="2633919"/>
              <a:ext cx="136261" cy="2943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3" name="Rectangle 198"/>
            <p:cNvSpPr>
              <a:spLocks noChangeArrowheads="1"/>
            </p:cNvSpPr>
            <p:nvPr/>
          </p:nvSpPr>
          <p:spPr bwMode="auto">
            <a:xfrm>
              <a:off x="5920646" y="2633919"/>
              <a:ext cx="136261" cy="139626"/>
            </a:xfrm>
            <a:prstGeom prst="rect">
              <a:avLst/>
            </a:pr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4" name="Rectangle 199"/>
            <p:cNvSpPr>
              <a:spLocks noChangeArrowheads="1"/>
            </p:cNvSpPr>
            <p:nvPr/>
          </p:nvSpPr>
          <p:spPr bwMode="auto">
            <a:xfrm>
              <a:off x="5920646" y="2928310"/>
              <a:ext cx="136261" cy="20187"/>
            </a:xfrm>
            <a:prstGeom prst="rect">
              <a:avLst/>
            </a:prstGeom>
            <a:solidFill>
              <a:srgbClr val="A6A8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5" name="Freeform 200"/>
            <p:cNvSpPr/>
            <p:nvPr/>
          </p:nvSpPr>
          <p:spPr bwMode="auto">
            <a:xfrm>
              <a:off x="6018215" y="2665882"/>
              <a:ext cx="77383" cy="844480"/>
            </a:xfrm>
            <a:custGeom>
              <a:avLst/>
              <a:gdLst>
                <a:gd name="T0" fmla="*/ 18 w 22"/>
                <a:gd name="T1" fmla="*/ 242 h 242"/>
                <a:gd name="T2" fmla="*/ 18 w 22"/>
                <a:gd name="T3" fmla="*/ 242 h 242"/>
                <a:gd name="T4" fmla="*/ 13 w 22"/>
                <a:gd name="T5" fmla="*/ 238 h 242"/>
                <a:gd name="T6" fmla="*/ 0 w 22"/>
                <a:gd name="T7" fmla="*/ 4 h 242"/>
                <a:gd name="T8" fmla="*/ 4 w 22"/>
                <a:gd name="T9" fmla="*/ 0 h 242"/>
                <a:gd name="T10" fmla="*/ 8 w 22"/>
                <a:gd name="T11" fmla="*/ 4 h 242"/>
                <a:gd name="T12" fmla="*/ 21 w 22"/>
                <a:gd name="T13" fmla="*/ 238 h 242"/>
                <a:gd name="T14" fmla="*/ 18 w 22"/>
                <a:gd name="T15" fmla="*/ 24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242">
                  <a:moveTo>
                    <a:pt x="18" y="242"/>
                  </a:moveTo>
                  <a:cubicBezTo>
                    <a:pt x="18" y="242"/>
                    <a:pt x="18" y="242"/>
                    <a:pt x="18" y="242"/>
                  </a:cubicBezTo>
                  <a:cubicBezTo>
                    <a:pt x="15" y="242"/>
                    <a:pt x="14" y="240"/>
                    <a:pt x="13" y="2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ubicBezTo>
                    <a:pt x="21" y="238"/>
                    <a:pt x="21" y="238"/>
                    <a:pt x="21" y="238"/>
                  </a:cubicBezTo>
                  <a:cubicBezTo>
                    <a:pt x="22" y="240"/>
                    <a:pt x="20" y="242"/>
                    <a:pt x="18" y="242"/>
                  </a:cubicBezTo>
                  <a:close/>
                </a:path>
              </a:pathLst>
            </a:custGeom>
            <a:solidFill>
              <a:srgbClr val="936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6" name="Freeform 201"/>
            <p:cNvSpPr/>
            <p:nvPr/>
          </p:nvSpPr>
          <p:spPr bwMode="auto">
            <a:xfrm>
              <a:off x="6056907" y="3409428"/>
              <a:ext cx="77383" cy="174952"/>
            </a:xfrm>
            <a:custGeom>
              <a:avLst/>
              <a:gdLst>
                <a:gd name="T0" fmla="*/ 8 w 22"/>
                <a:gd name="T1" fmla="*/ 45 h 50"/>
                <a:gd name="T2" fmla="*/ 0 w 22"/>
                <a:gd name="T3" fmla="*/ 33 h 50"/>
                <a:gd name="T4" fmla="*/ 0 w 22"/>
                <a:gd name="T5" fmla="*/ 13 h 50"/>
                <a:gd name="T6" fmla="*/ 5 w 22"/>
                <a:gd name="T7" fmla="*/ 22 h 50"/>
                <a:gd name="T8" fmla="*/ 8 w 22"/>
                <a:gd name="T9" fmla="*/ 6 h 50"/>
                <a:gd name="T10" fmla="*/ 13 w 22"/>
                <a:gd name="T11" fmla="*/ 6 h 50"/>
                <a:gd name="T12" fmla="*/ 20 w 22"/>
                <a:gd name="T13" fmla="*/ 18 h 50"/>
                <a:gd name="T14" fmla="*/ 20 w 22"/>
                <a:gd name="T15" fmla="*/ 43 h 50"/>
                <a:gd name="T16" fmla="*/ 8 w 22"/>
                <a:gd name="T17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50">
                  <a:moveTo>
                    <a:pt x="8" y="45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2" y="20"/>
                    <a:pt x="0" y="13"/>
                  </a:cubicBezTo>
                  <a:cubicBezTo>
                    <a:pt x="0" y="13"/>
                    <a:pt x="4" y="15"/>
                    <a:pt x="5" y="22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12" y="0"/>
                    <a:pt x="13" y="6"/>
                  </a:cubicBezTo>
                  <a:cubicBezTo>
                    <a:pt x="14" y="12"/>
                    <a:pt x="17" y="15"/>
                    <a:pt x="20" y="18"/>
                  </a:cubicBezTo>
                  <a:cubicBezTo>
                    <a:pt x="22" y="21"/>
                    <a:pt x="18" y="36"/>
                    <a:pt x="20" y="43"/>
                  </a:cubicBezTo>
                  <a:cubicBezTo>
                    <a:pt x="22" y="50"/>
                    <a:pt x="8" y="45"/>
                    <a:pt x="8" y="45"/>
                  </a:cubicBez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7" name="Freeform 202"/>
            <p:cNvSpPr/>
            <p:nvPr/>
          </p:nvSpPr>
          <p:spPr bwMode="auto">
            <a:xfrm>
              <a:off x="5521958" y="4201758"/>
              <a:ext cx="90840" cy="129532"/>
            </a:xfrm>
            <a:custGeom>
              <a:avLst/>
              <a:gdLst>
                <a:gd name="T0" fmla="*/ 24 w 26"/>
                <a:gd name="T1" fmla="*/ 26 h 37"/>
                <a:gd name="T2" fmla="*/ 26 w 26"/>
                <a:gd name="T3" fmla="*/ 12 h 37"/>
                <a:gd name="T4" fmla="*/ 22 w 26"/>
                <a:gd name="T5" fmla="*/ 5 h 37"/>
                <a:gd name="T6" fmla="*/ 23 w 26"/>
                <a:gd name="T7" fmla="*/ 11 h 37"/>
                <a:gd name="T8" fmla="*/ 22 w 26"/>
                <a:gd name="T9" fmla="*/ 16 h 37"/>
                <a:gd name="T10" fmla="*/ 16 w 26"/>
                <a:gd name="T11" fmla="*/ 7 h 37"/>
                <a:gd name="T12" fmla="*/ 9 w 26"/>
                <a:gd name="T13" fmla="*/ 0 h 37"/>
                <a:gd name="T14" fmla="*/ 8 w 26"/>
                <a:gd name="T15" fmla="*/ 2 h 37"/>
                <a:gd name="T16" fmla="*/ 13 w 26"/>
                <a:gd name="T17" fmla="*/ 8 h 37"/>
                <a:gd name="T18" fmla="*/ 15 w 26"/>
                <a:gd name="T19" fmla="*/ 12 h 37"/>
                <a:gd name="T20" fmla="*/ 9 w 26"/>
                <a:gd name="T21" fmla="*/ 9 h 37"/>
                <a:gd name="T22" fmla="*/ 0 w 26"/>
                <a:gd name="T23" fmla="*/ 9 h 37"/>
                <a:gd name="T24" fmla="*/ 6 w 26"/>
                <a:gd name="T25" fmla="*/ 11 h 37"/>
                <a:gd name="T26" fmla="*/ 11 w 26"/>
                <a:gd name="T27" fmla="*/ 15 h 37"/>
                <a:gd name="T28" fmla="*/ 5 w 26"/>
                <a:gd name="T29" fmla="*/ 15 h 37"/>
                <a:gd name="T30" fmla="*/ 1 w 26"/>
                <a:gd name="T31" fmla="*/ 17 h 37"/>
                <a:gd name="T32" fmla="*/ 3 w 26"/>
                <a:gd name="T33" fmla="*/ 18 h 37"/>
                <a:gd name="T34" fmla="*/ 2 w 26"/>
                <a:gd name="T35" fmla="*/ 19 h 37"/>
                <a:gd name="T36" fmla="*/ 6 w 26"/>
                <a:gd name="T37" fmla="*/ 20 h 37"/>
                <a:gd name="T38" fmla="*/ 9 w 26"/>
                <a:gd name="T39" fmla="*/ 23 h 37"/>
                <a:gd name="T40" fmla="*/ 19 w 26"/>
                <a:gd name="T41" fmla="*/ 32 h 37"/>
                <a:gd name="T42" fmla="*/ 25 w 26"/>
                <a:gd name="T43" fmla="*/ 37 h 37"/>
                <a:gd name="T44" fmla="*/ 24 w 26"/>
                <a:gd name="T45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" h="37">
                  <a:moveTo>
                    <a:pt x="24" y="26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1" y="7"/>
                    <a:pt x="23" y="11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7" y="0"/>
                    <a:pt x="8" y="2"/>
                  </a:cubicBezTo>
                  <a:cubicBezTo>
                    <a:pt x="8" y="4"/>
                    <a:pt x="13" y="8"/>
                    <a:pt x="13" y="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2"/>
                    <a:pt x="6" y="11"/>
                  </a:cubicBezTo>
                  <a:cubicBezTo>
                    <a:pt x="8" y="11"/>
                    <a:pt x="11" y="15"/>
                    <a:pt x="11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1" y="16"/>
                    <a:pt x="1" y="17"/>
                  </a:cubicBezTo>
                  <a:cubicBezTo>
                    <a:pt x="1" y="18"/>
                    <a:pt x="3" y="18"/>
                    <a:pt x="3" y="18"/>
                  </a:cubicBezTo>
                  <a:cubicBezTo>
                    <a:pt x="3" y="18"/>
                    <a:pt x="2" y="18"/>
                    <a:pt x="2" y="19"/>
                  </a:cubicBezTo>
                  <a:cubicBezTo>
                    <a:pt x="3" y="20"/>
                    <a:pt x="6" y="20"/>
                    <a:pt x="6" y="2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3" y="33"/>
                    <a:pt x="19" y="32"/>
                  </a:cubicBezTo>
                  <a:cubicBezTo>
                    <a:pt x="21" y="32"/>
                    <a:pt x="25" y="37"/>
                    <a:pt x="25" y="37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8" name="Freeform 203"/>
            <p:cNvSpPr/>
            <p:nvPr/>
          </p:nvSpPr>
          <p:spPr bwMode="auto">
            <a:xfrm>
              <a:off x="5791114" y="3902321"/>
              <a:ext cx="287662" cy="331400"/>
            </a:xfrm>
            <a:custGeom>
              <a:avLst/>
              <a:gdLst>
                <a:gd name="T0" fmla="*/ 52 w 82"/>
                <a:gd name="T1" fmla="*/ 95 h 95"/>
                <a:gd name="T2" fmla="*/ 39 w 82"/>
                <a:gd name="T3" fmla="*/ 72 h 95"/>
                <a:gd name="T4" fmla="*/ 8 w 82"/>
                <a:gd name="T5" fmla="*/ 46 h 95"/>
                <a:gd name="T6" fmla="*/ 40 w 82"/>
                <a:gd name="T7" fmla="*/ 3 h 95"/>
                <a:gd name="T8" fmla="*/ 70 w 82"/>
                <a:gd name="T9" fmla="*/ 40 h 95"/>
                <a:gd name="T10" fmla="*/ 70 w 82"/>
                <a:gd name="T11" fmla="*/ 59 h 95"/>
                <a:gd name="T12" fmla="*/ 82 w 82"/>
                <a:gd name="T13" fmla="*/ 90 h 95"/>
                <a:gd name="T14" fmla="*/ 52 w 82"/>
                <a:gd name="T1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95">
                  <a:moveTo>
                    <a:pt x="52" y="95"/>
                  </a:moveTo>
                  <a:cubicBezTo>
                    <a:pt x="50" y="91"/>
                    <a:pt x="48" y="75"/>
                    <a:pt x="39" y="72"/>
                  </a:cubicBezTo>
                  <a:cubicBezTo>
                    <a:pt x="29" y="68"/>
                    <a:pt x="16" y="72"/>
                    <a:pt x="8" y="46"/>
                  </a:cubicBezTo>
                  <a:cubicBezTo>
                    <a:pt x="0" y="20"/>
                    <a:pt x="29" y="0"/>
                    <a:pt x="40" y="3"/>
                  </a:cubicBezTo>
                  <a:cubicBezTo>
                    <a:pt x="52" y="7"/>
                    <a:pt x="70" y="28"/>
                    <a:pt x="70" y="40"/>
                  </a:cubicBezTo>
                  <a:cubicBezTo>
                    <a:pt x="70" y="52"/>
                    <a:pt x="70" y="59"/>
                    <a:pt x="70" y="59"/>
                  </a:cubicBezTo>
                  <a:cubicBezTo>
                    <a:pt x="82" y="90"/>
                    <a:pt x="82" y="90"/>
                    <a:pt x="82" y="90"/>
                  </a:cubicBezTo>
                  <a:lnTo>
                    <a:pt x="52" y="95"/>
                  </a:lnTo>
                  <a:close/>
                </a:path>
              </a:pathLst>
            </a:custGeom>
            <a:solidFill>
              <a:srgbClr val="DDB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19" name="Freeform 204"/>
            <p:cNvSpPr/>
            <p:nvPr/>
          </p:nvSpPr>
          <p:spPr bwMode="auto">
            <a:xfrm>
              <a:off x="5577471" y="3542324"/>
              <a:ext cx="654388" cy="1179244"/>
            </a:xfrm>
            <a:custGeom>
              <a:avLst/>
              <a:gdLst>
                <a:gd name="T0" fmla="*/ 86 w 187"/>
                <a:gd name="T1" fmla="*/ 205 h 338"/>
                <a:gd name="T2" fmla="*/ 148 w 187"/>
                <a:gd name="T3" fmla="*/ 159 h 338"/>
                <a:gd name="T4" fmla="*/ 158 w 187"/>
                <a:gd name="T5" fmla="*/ 81 h 338"/>
                <a:gd name="T6" fmla="*/ 143 w 187"/>
                <a:gd name="T7" fmla="*/ 6 h 338"/>
                <a:gd name="T8" fmla="*/ 156 w 187"/>
                <a:gd name="T9" fmla="*/ 0 h 338"/>
                <a:gd name="T10" fmla="*/ 180 w 187"/>
                <a:gd name="T11" fmla="*/ 77 h 338"/>
                <a:gd name="T12" fmla="*/ 180 w 187"/>
                <a:gd name="T13" fmla="*/ 181 h 338"/>
                <a:gd name="T14" fmla="*/ 174 w 187"/>
                <a:gd name="T15" fmla="*/ 338 h 338"/>
                <a:gd name="T16" fmla="*/ 108 w 187"/>
                <a:gd name="T17" fmla="*/ 338 h 338"/>
                <a:gd name="T18" fmla="*/ 94 w 187"/>
                <a:gd name="T19" fmla="*/ 257 h 338"/>
                <a:gd name="T20" fmla="*/ 44 w 187"/>
                <a:gd name="T21" fmla="*/ 290 h 338"/>
                <a:gd name="T22" fmla="*/ 0 w 187"/>
                <a:gd name="T23" fmla="*/ 222 h 338"/>
                <a:gd name="T24" fmla="*/ 10 w 187"/>
                <a:gd name="T25" fmla="*/ 215 h 338"/>
                <a:gd name="T26" fmla="*/ 42 w 187"/>
                <a:gd name="T27" fmla="*/ 260 h 338"/>
                <a:gd name="T28" fmla="*/ 86 w 187"/>
                <a:gd name="T29" fmla="*/ 20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338">
                  <a:moveTo>
                    <a:pt x="86" y="205"/>
                  </a:moveTo>
                  <a:cubicBezTo>
                    <a:pt x="86" y="205"/>
                    <a:pt x="142" y="177"/>
                    <a:pt x="148" y="159"/>
                  </a:cubicBezTo>
                  <a:cubicBezTo>
                    <a:pt x="153" y="142"/>
                    <a:pt x="158" y="81"/>
                    <a:pt x="158" y="81"/>
                  </a:cubicBezTo>
                  <a:cubicBezTo>
                    <a:pt x="143" y="6"/>
                    <a:pt x="143" y="6"/>
                    <a:pt x="143" y="6"/>
                  </a:cubicBezTo>
                  <a:cubicBezTo>
                    <a:pt x="145" y="0"/>
                    <a:pt x="156" y="0"/>
                    <a:pt x="156" y="0"/>
                  </a:cubicBezTo>
                  <a:cubicBezTo>
                    <a:pt x="156" y="0"/>
                    <a:pt x="177" y="57"/>
                    <a:pt x="180" y="77"/>
                  </a:cubicBezTo>
                  <a:cubicBezTo>
                    <a:pt x="184" y="102"/>
                    <a:pt x="180" y="181"/>
                    <a:pt x="180" y="181"/>
                  </a:cubicBezTo>
                  <a:cubicBezTo>
                    <a:pt x="180" y="181"/>
                    <a:pt x="187" y="285"/>
                    <a:pt x="174" y="338"/>
                  </a:cubicBezTo>
                  <a:cubicBezTo>
                    <a:pt x="108" y="338"/>
                    <a:pt x="108" y="338"/>
                    <a:pt x="108" y="338"/>
                  </a:cubicBezTo>
                  <a:cubicBezTo>
                    <a:pt x="108" y="338"/>
                    <a:pt x="111" y="277"/>
                    <a:pt x="94" y="257"/>
                  </a:cubicBezTo>
                  <a:cubicBezTo>
                    <a:pt x="94" y="257"/>
                    <a:pt x="61" y="294"/>
                    <a:pt x="44" y="290"/>
                  </a:cubicBezTo>
                  <a:cubicBezTo>
                    <a:pt x="23" y="285"/>
                    <a:pt x="0" y="222"/>
                    <a:pt x="0" y="222"/>
                  </a:cubicBezTo>
                  <a:cubicBezTo>
                    <a:pt x="10" y="215"/>
                    <a:pt x="10" y="215"/>
                    <a:pt x="10" y="215"/>
                  </a:cubicBezTo>
                  <a:cubicBezTo>
                    <a:pt x="42" y="260"/>
                    <a:pt x="42" y="260"/>
                    <a:pt x="42" y="260"/>
                  </a:cubicBezTo>
                  <a:lnTo>
                    <a:pt x="86" y="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20" name="Freeform 205"/>
            <p:cNvSpPr/>
            <p:nvPr/>
          </p:nvSpPr>
          <p:spPr bwMode="auto">
            <a:xfrm>
              <a:off x="5917281" y="4637456"/>
              <a:ext cx="343175" cy="1291953"/>
            </a:xfrm>
            <a:custGeom>
              <a:avLst/>
              <a:gdLst>
                <a:gd name="T0" fmla="*/ 11 w 98"/>
                <a:gd name="T1" fmla="*/ 24 h 370"/>
                <a:gd name="T2" fmla="*/ 21 w 98"/>
                <a:gd name="T3" fmla="*/ 341 h 370"/>
                <a:gd name="T4" fmla="*/ 15 w 98"/>
                <a:gd name="T5" fmla="*/ 370 h 370"/>
                <a:gd name="T6" fmla="*/ 42 w 98"/>
                <a:gd name="T7" fmla="*/ 370 h 370"/>
                <a:gd name="T8" fmla="*/ 44 w 98"/>
                <a:gd name="T9" fmla="*/ 344 h 370"/>
                <a:gd name="T10" fmla="*/ 46 w 98"/>
                <a:gd name="T11" fmla="*/ 96 h 370"/>
                <a:gd name="T12" fmla="*/ 50 w 98"/>
                <a:gd name="T13" fmla="*/ 341 h 370"/>
                <a:gd name="T14" fmla="*/ 56 w 98"/>
                <a:gd name="T15" fmla="*/ 370 h 370"/>
                <a:gd name="T16" fmla="*/ 84 w 98"/>
                <a:gd name="T17" fmla="*/ 370 h 370"/>
                <a:gd name="T18" fmla="*/ 75 w 98"/>
                <a:gd name="T19" fmla="*/ 344 h 370"/>
                <a:gd name="T20" fmla="*/ 77 w 98"/>
                <a:gd name="T21" fmla="*/ 24 h 370"/>
                <a:gd name="T22" fmla="*/ 11 w 98"/>
                <a:gd name="T23" fmla="*/ 24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370">
                  <a:moveTo>
                    <a:pt x="11" y="24"/>
                  </a:moveTo>
                  <a:cubicBezTo>
                    <a:pt x="11" y="24"/>
                    <a:pt x="0" y="161"/>
                    <a:pt x="21" y="341"/>
                  </a:cubicBezTo>
                  <a:cubicBezTo>
                    <a:pt x="15" y="370"/>
                    <a:pt x="15" y="370"/>
                    <a:pt x="15" y="370"/>
                  </a:cubicBezTo>
                  <a:cubicBezTo>
                    <a:pt x="42" y="370"/>
                    <a:pt x="42" y="370"/>
                    <a:pt x="42" y="370"/>
                  </a:cubicBezTo>
                  <a:cubicBezTo>
                    <a:pt x="44" y="344"/>
                    <a:pt x="44" y="344"/>
                    <a:pt x="44" y="344"/>
                  </a:cubicBezTo>
                  <a:cubicBezTo>
                    <a:pt x="44" y="344"/>
                    <a:pt x="30" y="96"/>
                    <a:pt x="46" y="96"/>
                  </a:cubicBezTo>
                  <a:cubicBezTo>
                    <a:pt x="62" y="96"/>
                    <a:pt x="50" y="341"/>
                    <a:pt x="50" y="341"/>
                  </a:cubicBezTo>
                  <a:cubicBezTo>
                    <a:pt x="56" y="370"/>
                    <a:pt x="56" y="370"/>
                    <a:pt x="56" y="370"/>
                  </a:cubicBezTo>
                  <a:cubicBezTo>
                    <a:pt x="84" y="370"/>
                    <a:pt x="84" y="370"/>
                    <a:pt x="84" y="370"/>
                  </a:cubicBezTo>
                  <a:cubicBezTo>
                    <a:pt x="75" y="344"/>
                    <a:pt x="75" y="344"/>
                    <a:pt x="75" y="344"/>
                  </a:cubicBezTo>
                  <a:cubicBezTo>
                    <a:pt x="75" y="344"/>
                    <a:pt x="98" y="150"/>
                    <a:pt x="77" y="24"/>
                  </a:cubicBezTo>
                  <a:cubicBezTo>
                    <a:pt x="77" y="24"/>
                    <a:pt x="43" y="0"/>
                    <a:pt x="11" y="24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21" name="Freeform 206"/>
            <p:cNvSpPr/>
            <p:nvPr/>
          </p:nvSpPr>
          <p:spPr bwMode="auto">
            <a:xfrm>
              <a:off x="5945880" y="4131104"/>
              <a:ext cx="107663" cy="90840"/>
            </a:xfrm>
            <a:custGeom>
              <a:avLst/>
              <a:gdLst>
                <a:gd name="T0" fmla="*/ 0 w 31"/>
                <a:gd name="T1" fmla="*/ 26 h 26"/>
                <a:gd name="T2" fmla="*/ 31 w 31"/>
                <a:gd name="T3" fmla="*/ 5 h 26"/>
                <a:gd name="T4" fmla="*/ 0 w 31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26">
                  <a:moveTo>
                    <a:pt x="0" y="26"/>
                  </a:moveTo>
                  <a:cubicBezTo>
                    <a:pt x="0" y="26"/>
                    <a:pt x="5" y="0"/>
                    <a:pt x="31" y="5"/>
                  </a:cubicBezTo>
                  <a:cubicBezTo>
                    <a:pt x="31" y="5"/>
                    <a:pt x="28" y="21"/>
                    <a:pt x="0" y="2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  <p:sp>
          <p:nvSpPr>
            <p:cNvPr id="222" name="Freeform 207"/>
            <p:cNvSpPr/>
            <p:nvPr/>
          </p:nvSpPr>
          <p:spPr bwMode="auto">
            <a:xfrm>
              <a:off x="5777657" y="3880453"/>
              <a:ext cx="250653" cy="292708"/>
            </a:xfrm>
            <a:custGeom>
              <a:avLst/>
              <a:gdLst>
                <a:gd name="T0" fmla="*/ 59 w 72"/>
                <a:gd name="T1" fmla="*/ 27 h 84"/>
                <a:gd name="T2" fmla="*/ 54 w 72"/>
                <a:gd name="T3" fmla="*/ 27 h 84"/>
                <a:gd name="T4" fmla="*/ 66 w 72"/>
                <a:gd name="T5" fmla="*/ 43 h 84"/>
                <a:gd name="T6" fmla="*/ 66 w 72"/>
                <a:gd name="T7" fmla="*/ 65 h 84"/>
                <a:gd name="T8" fmla="*/ 48 w 72"/>
                <a:gd name="T9" fmla="*/ 82 h 84"/>
                <a:gd name="T10" fmla="*/ 4 w 72"/>
                <a:gd name="T11" fmla="*/ 49 h 84"/>
                <a:gd name="T12" fmla="*/ 48 w 72"/>
                <a:gd name="T13" fmla="*/ 4 h 84"/>
                <a:gd name="T14" fmla="*/ 59 w 72"/>
                <a:gd name="T15" fmla="*/ 2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84">
                  <a:moveTo>
                    <a:pt x="59" y="27"/>
                  </a:moveTo>
                  <a:cubicBezTo>
                    <a:pt x="59" y="27"/>
                    <a:pt x="54" y="23"/>
                    <a:pt x="54" y="27"/>
                  </a:cubicBezTo>
                  <a:cubicBezTo>
                    <a:pt x="54" y="30"/>
                    <a:pt x="59" y="40"/>
                    <a:pt x="66" y="43"/>
                  </a:cubicBezTo>
                  <a:cubicBezTo>
                    <a:pt x="66" y="43"/>
                    <a:pt x="72" y="58"/>
                    <a:pt x="66" y="65"/>
                  </a:cubicBezTo>
                  <a:cubicBezTo>
                    <a:pt x="60" y="71"/>
                    <a:pt x="48" y="82"/>
                    <a:pt x="48" y="82"/>
                  </a:cubicBezTo>
                  <a:cubicBezTo>
                    <a:pt x="48" y="82"/>
                    <a:pt x="9" y="84"/>
                    <a:pt x="4" y="49"/>
                  </a:cubicBezTo>
                  <a:cubicBezTo>
                    <a:pt x="0" y="15"/>
                    <a:pt x="43" y="0"/>
                    <a:pt x="48" y="4"/>
                  </a:cubicBezTo>
                  <a:cubicBezTo>
                    <a:pt x="48" y="4"/>
                    <a:pt x="52" y="10"/>
                    <a:pt x="59" y="27"/>
                  </a:cubicBezTo>
                  <a:close/>
                </a:path>
              </a:pathLst>
            </a:custGeom>
            <a:solidFill>
              <a:srgbClr val="404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13"/>
            </a:p>
          </p:txBody>
        </p:sp>
      </p:grpSp>
      <p:sp>
        <p:nvSpPr>
          <p:cNvPr id="223" name="标题 1"/>
          <p:cNvSpPr>
            <a:spLocks noGrp="1"/>
          </p:cNvSpPr>
          <p:nvPr>
            <p:ph type="ctrTitle" hasCustomPrompt="1"/>
          </p:nvPr>
        </p:nvSpPr>
        <p:spPr>
          <a:xfrm>
            <a:off x="4568512" y="1917595"/>
            <a:ext cx="4069557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224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4568512" y="4223831"/>
            <a:ext cx="4069557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844" smtClean="0">
                <a:solidFill>
                  <a:schemeClr val="tx1"/>
                </a:solidFill>
              </a:defRPr>
            </a:lvl1pPr>
            <a:lvl2pPr>
              <a:defRPr lang="zh-CN" altLang="en-US" sz="1125" smtClean="0"/>
            </a:lvl2pPr>
            <a:lvl3pPr>
              <a:defRPr lang="zh-CN" altLang="en-US" sz="1013" smtClean="0"/>
            </a:lvl3pPr>
            <a:lvl4pPr>
              <a:defRPr lang="zh-CN" altLang="en-US" sz="900" smtClean="0"/>
            </a:lvl4pPr>
            <a:lvl5pPr>
              <a:defRPr lang="zh-CN" altLang="en-US" sz="900"/>
            </a:lvl5pPr>
          </a:lstStyle>
          <a:p>
            <a:pPr marL="128588" marR="0" lvl="0" indent="-128588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225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68513" y="3927560"/>
            <a:ext cx="4069557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844" b="0">
                <a:solidFill>
                  <a:schemeClr val="tx1"/>
                </a:solidFill>
              </a:defRPr>
            </a:lvl1pPr>
            <a:lvl2pPr marL="257175" indent="0">
              <a:buNone/>
              <a:defRPr/>
            </a:lvl2pPr>
            <a:lvl3pPr marL="514350" indent="0">
              <a:buNone/>
              <a:defRPr/>
            </a:lvl3pPr>
            <a:lvl4pPr marL="771525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3340631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4342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61D86D-D34A-45D4-B7F6-D8B85D5F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D09C02-A948-4302-9305-B7C06B685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8844-F39B-47C4-A8CF-58E55562455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B5DDA3-1D47-4A67-8EA3-CB89DCF7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2A5BDA-3DC0-4166-8527-075B58F0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A92F-38CD-4B7B-BF8B-1F599D724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68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502444" y="4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502444" y="1123953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502444" y="1028700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4051299" y="6525346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5648844-F39B-47C4-A8CF-58E55562455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502444" y="6525346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49" y="6525346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472A92F-38CD-4B7B-BF8B-1F599D7246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7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0" r:id="rId7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1575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473A038-5826-4B9B-825C-5E17820B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第二次作业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2CC434-AED1-4327-AF63-C8C5EEE17D2B}"/>
              </a:ext>
            </a:extLst>
          </p:cNvPr>
          <p:cNvSpPr/>
          <p:nvPr/>
        </p:nvSpPr>
        <p:spPr>
          <a:xfrm>
            <a:off x="251520" y="1196752"/>
            <a:ext cx="2619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交作业时间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</a:rPr>
              <a:t>04-30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356777-E384-40CE-A185-2C31E61F2F5A}"/>
              </a:ext>
            </a:extLst>
          </p:cNvPr>
          <p:cNvSpPr/>
          <p:nvPr/>
        </p:nvSpPr>
        <p:spPr>
          <a:xfrm>
            <a:off x="251520" y="1858186"/>
            <a:ext cx="85689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结合自己的科研任务，呈现可视化作品</a:t>
            </a:r>
            <a:endParaRPr lang="en-US" altLang="zh-CN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明确科研任务、数据集和可视化方法，提交可视化部分的代码或文档。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结合可视化结果，分析其对相关研究的指导意义和作用。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提交</a:t>
            </a:r>
            <a:r>
              <a:rPr lang="en-US" altLang="zh-CN" dirty="0"/>
              <a:t>word</a:t>
            </a:r>
            <a:r>
              <a:rPr lang="zh-CN" altLang="en-US" dirty="0"/>
              <a:t>或</a:t>
            </a:r>
            <a:r>
              <a:rPr lang="en-US" altLang="zh-CN" dirty="0"/>
              <a:t>pdf</a:t>
            </a:r>
            <a:r>
              <a:rPr lang="zh-CN" altLang="en-US" dirty="0"/>
              <a:t>作业文档，包括必要的实现步骤、数据分析与结果展示。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分值：</a:t>
            </a:r>
            <a:r>
              <a:rPr lang="en-US" altLang="zh-CN" dirty="0">
                <a:solidFill>
                  <a:srgbClr val="FF0000"/>
                </a:solidFill>
              </a:rPr>
              <a:t>15</a:t>
            </a:r>
            <a:r>
              <a:rPr lang="zh-CN" altLang="en-US" dirty="0">
                <a:solidFill>
                  <a:srgbClr val="FF0000"/>
                </a:solidFill>
              </a:rPr>
              <a:t>分</a:t>
            </a:r>
            <a:endParaRPr lang="en-US" altLang="zh-CN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要求使用不少于两种的高维数据降维算法，线性和非线性，并给出使用算法的必要描述，以及结果的对比。同时通过改变算法超参，分析不同参数下的结果差异。另外，尝试改变颜色配比，实现美观配色。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371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/>
            <a:r>
              <a:rPr lang="zh-CN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方法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7086C8B-2B67-4BE5-AB43-CAE51D54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1562-0F06-4045-B012-459104423E35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7411" name="内容占位符 2"/>
          <p:cNvSpPr>
            <a:spLocks noGrp="1" noChangeArrowheads="1"/>
          </p:cNvSpPr>
          <p:nvPr>
            <p:ph type="subTitle" idx="4294967295"/>
          </p:nvPr>
        </p:nvSpPr>
        <p:spPr>
          <a:xfrm>
            <a:off x="323528" y="1412776"/>
            <a:ext cx="8229600" cy="4525963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线性方法</a:t>
            </a:r>
            <a:endParaRPr lang="en-US" sz="24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lvl="1" algn="l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主成分分析（</a:t>
            </a:r>
            <a:r>
              <a:rPr lang="en-US" altLang="zh-CN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Principal Component Analysis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PCA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）</a:t>
            </a:r>
            <a:endParaRPr lang="en-US" altLang="zh-CN" sz="24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lvl="1" algn="l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多维尺度分析（</a:t>
            </a:r>
            <a:r>
              <a:rPr 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Multidimensional Scaling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MDS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）</a:t>
            </a:r>
            <a:endParaRPr lang="en-US" sz="20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非负矩阵分解（</a:t>
            </a:r>
            <a:r>
              <a:rPr lang="en-US" altLang="zh-CN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Non-negative Matrix Factorization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NMF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）</a:t>
            </a:r>
            <a:endParaRPr lang="en-US" sz="20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28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非线性方法</a:t>
            </a:r>
            <a:endParaRPr lang="en-US" sz="24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* 等度量映射 </a:t>
            </a:r>
            <a:r>
              <a:rPr lang="en-US" altLang="zh-CN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(Isometric Feature Mapping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ISOMAP)</a:t>
            </a:r>
            <a:endParaRPr lang="en-US" sz="20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lvl="1" algn="l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* 局部线性嵌入（</a:t>
            </a:r>
            <a:r>
              <a:rPr lang="en-US" altLang="zh-CN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Locally Linear Embedding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LLE</a:t>
            </a: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）</a:t>
            </a:r>
            <a:endParaRPr lang="en-US" altLang="zh-CN" sz="24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*  </a:t>
            </a:r>
            <a:r>
              <a:rPr lang="en-US" altLang="zh-CN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SNE (Stochastic Neighbor Embedding)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*  </a:t>
            </a:r>
            <a:r>
              <a:rPr lang="en-US" altLang="zh-CN" sz="2400" dirty="0">
                <a:latin typeface="Arial" panose="020B0604020202020204" pitchFamily="34" charset="0"/>
                <a:ea typeface="黑体" pitchFamily="49" charset="-122"/>
                <a:cs typeface="Times New Roman" pitchFamily="18" charset="0"/>
              </a:rPr>
              <a:t>t-SNE (t-distributed Stochastic Neighbor Embedding)</a:t>
            </a:r>
            <a:endParaRPr lang="en-US" sz="2400" dirty="0">
              <a:latin typeface="Arial" panose="020B0604020202020204" pitchFamily="34" charset="0"/>
              <a:ea typeface="黑体" pitchFamily="49" charset="-122"/>
              <a:cs typeface="Times New Roman" pitchFamily="18" charset="0"/>
            </a:endParaRPr>
          </a:p>
          <a:p>
            <a:pPr lvl="1" algn="l">
              <a:lnSpc>
                <a:spcPct val="130000"/>
              </a:lnSpc>
            </a:pPr>
            <a:endParaRPr lang="en-US" sz="20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CEFD314-FD5D-4765-AB9A-C997D616DB44}"/>
              </a:ext>
            </a:extLst>
          </p:cNvPr>
          <p:cNvGrpSpPr/>
          <p:nvPr/>
        </p:nvGrpSpPr>
        <p:grpSpPr>
          <a:xfrm>
            <a:off x="503984" y="522183"/>
            <a:ext cx="593870" cy="420493"/>
            <a:chOff x="1311557" y="1084208"/>
            <a:chExt cx="363995" cy="250835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8D06AFA9-444E-4B3E-B756-21290EC00CE6}"/>
                </a:ext>
              </a:extLst>
            </p:cNvPr>
            <p:cNvSpPr/>
            <p:nvPr/>
          </p:nvSpPr>
          <p:spPr>
            <a:xfrm rot="18958199">
              <a:off x="1456870" y="1097746"/>
              <a:ext cx="218682" cy="218682"/>
            </a:xfrm>
            <a:custGeom>
              <a:avLst/>
              <a:gdLst>
                <a:gd name="connsiteX0" fmla="*/ 638672 w 2160240"/>
                <a:gd name="connsiteY0" fmla="*/ 411048 h 2160240"/>
                <a:gd name="connsiteX1" fmla="*/ 417942 w 2160240"/>
                <a:gd name="connsiteY1" fmla="*/ 631778 h 2160240"/>
                <a:gd name="connsiteX2" fmla="*/ 417942 w 2160240"/>
                <a:gd name="connsiteY2" fmla="*/ 1514674 h 2160240"/>
                <a:gd name="connsiteX3" fmla="*/ 638672 w 2160240"/>
                <a:gd name="connsiteY3" fmla="*/ 1735404 h 2160240"/>
                <a:gd name="connsiteX4" fmla="*/ 1521568 w 2160240"/>
                <a:gd name="connsiteY4" fmla="*/ 1735404 h 2160240"/>
                <a:gd name="connsiteX5" fmla="*/ 1742298 w 2160240"/>
                <a:gd name="connsiteY5" fmla="*/ 1514674 h 2160240"/>
                <a:gd name="connsiteX6" fmla="*/ 1742298 w 2160240"/>
                <a:gd name="connsiteY6" fmla="*/ 631778 h 2160240"/>
                <a:gd name="connsiteX7" fmla="*/ 1521568 w 2160240"/>
                <a:gd name="connsiteY7" fmla="*/ 411048 h 2160240"/>
                <a:gd name="connsiteX8" fmla="*/ 360047 w 2160240"/>
                <a:gd name="connsiteY8" fmla="*/ 0 h 2160240"/>
                <a:gd name="connsiteX9" fmla="*/ 1800193 w 2160240"/>
                <a:gd name="connsiteY9" fmla="*/ 0 h 2160240"/>
                <a:gd name="connsiteX10" fmla="*/ 2160240 w 2160240"/>
                <a:gd name="connsiteY10" fmla="*/ 360047 h 2160240"/>
                <a:gd name="connsiteX11" fmla="*/ 2160240 w 2160240"/>
                <a:gd name="connsiteY11" fmla="*/ 1800193 h 2160240"/>
                <a:gd name="connsiteX12" fmla="*/ 1800193 w 2160240"/>
                <a:gd name="connsiteY12" fmla="*/ 2160240 h 2160240"/>
                <a:gd name="connsiteX13" fmla="*/ 360047 w 2160240"/>
                <a:gd name="connsiteY13" fmla="*/ 2160240 h 2160240"/>
                <a:gd name="connsiteX14" fmla="*/ 0 w 2160240"/>
                <a:gd name="connsiteY14" fmla="*/ 1800193 h 2160240"/>
                <a:gd name="connsiteX15" fmla="*/ 0 w 2160240"/>
                <a:gd name="connsiteY15" fmla="*/ 360047 h 2160240"/>
                <a:gd name="connsiteX16" fmla="*/ 360047 w 2160240"/>
                <a:gd name="connsiteY16" fmla="*/ 0 h 216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0240" h="2160240">
                  <a:moveTo>
                    <a:pt x="638672" y="411048"/>
                  </a:moveTo>
                  <a:cubicBezTo>
                    <a:pt x="516766" y="411048"/>
                    <a:pt x="417942" y="509872"/>
                    <a:pt x="417942" y="631778"/>
                  </a:cubicBezTo>
                  <a:lnTo>
                    <a:pt x="417942" y="1514674"/>
                  </a:lnTo>
                  <a:cubicBezTo>
                    <a:pt x="417942" y="1636580"/>
                    <a:pt x="516766" y="1735404"/>
                    <a:pt x="638672" y="1735404"/>
                  </a:cubicBezTo>
                  <a:lnTo>
                    <a:pt x="1521568" y="1735404"/>
                  </a:lnTo>
                  <a:cubicBezTo>
                    <a:pt x="1643474" y="1735404"/>
                    <a:pt x="1742298" y="1636580"/>
                    <a:pt x="1742298" y="1514674"/>
                  </a:cubicBezTo>
                  <a:lnTo>
                    <a:pt x="1742298" y="631778"/>
                  </a:lnTo>
                  <a:cubicBezTo>
                    <a:pt x="1742298" y="509872"/>
                    <a:pt x="1643474" y="411048"/>
                    <a:pt x="1521568" y="411048"/>
                  </a:cubicBezTo>
                  <a:close/>
                  <a:moveTo>
                    <a:pt x="360047" y="0"/>
                  </a:moveTo>
                  <a:lnTo>
                    <a:pt x="1800193" y="0"/>
                  </a:lnTo>
                  <a:cubicBezTo>
                    <a:pt x="1999041" y="0"/>
                    <a:pt x="2160240" y="161199"/>
                    <a:pt x="2160240" y="360047"/>
                  </a:cubicBezTo>
                  <a:lnTo>
                    <a:pt x="2160240" y="1800193"/>
                  </a:lnTo>
                  <a:cubicBezTo>
                    <a:pt x="2160240" y="1999041"/>
                    <a:pt x="1999041" y="2160240"/>
                    <a:pt x="1800193" y="2160240"/>
                  </a:cubicBezTo>
                  <a:lnTo>
                    <a:pt x="360047" y="2160240"/>
                  </a:lnTo>
                  <a:cubicBezTo>
                    <a:pt x="161199" y="2160240"/>
                    <a:pt x="0" y="1999041"/>
                    <a:pt x="0" y="1800193"/>
                  </a:cubicBezTo>
                  <a:lnTo>
                    <a:pt x="0" y="360047"/>
                  </a:lnTo>
                  <a:cubicBezTo>
                    <a:pt x="0" y="161199"/>
                    <a:pt x="161199" y="0"/>
                    <a:pt x="36004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180D1585-D305-4B5A-AA6D-4BD5F56A47DF}"/>
                </a:ext>
              </a:extLst>
            </p:cNvPr>
            <p:cNvSpPr/>
            <p:nvPr/>
          </p:nvSpPr>
          <p:spPr>
            <a:xfrm rot="18958199">
              <a:off x="1311557" y="1084208"/>
              <a:ext cx="250835" cy="250835"/>
            </a:xfrm>
            <a:custGeom>
              <a:avLst/>
              <a:gdLst>
                <a:gd name="connsiteX0" fmla="*/ 638672 w 2160240"/>
                <a:gd name="connsiteY0" fmla="*/ 411048 h 2160240"/>
                <a:gd name="connsiteX1" fmla="*/ 417942 w 2160240"/>
                <a:gd name="connsiteY1" fmla="*/ 631778 h 2160240"/>
                <a:gd name="connsiteX2" fmla="*/ 417942 w 2160240"/>
                <a:gd name="connsiteY2" fmla="*/ 1514674 h 2160240"/>
                <a:gd name="connsiteX3" fmla="*/ 638672 w 2160240"/>
                <a:gd name="connsiteY3" fmla="*/ 1735404 h 2160240"/>
                <a:gd name="connsiteX4" fmla="*/ 1521568 w 2160240"/>
                <a:gd name="connsiteY4" fmla="*/ 1735404 h 2160240"/>
                <a:gd name="connsiteX5" fmla="*/ 1742298 w 2160240"/>
                <a:gd name="connsiteY5" fmla="*/ 1514674 h 2160240"/>
                <a:gd name="connsiteX6" fmla="*/ 1742298 w 2160240"/>
                <a:gd name="connsiteY6" fmla="*/ 631778 h 2160240"/>
                <a:gd name="connsiteX7" fmla="*/ 1521568 w 2160240"/>
                <a:gd name="connsiteY7" fmla="*/ 411048 h 2160240"/>
                <a:gd name="connsiteX8" fmla="*/ 360047 w 2160240"/>
                <a:gd name="connsiteY8" fmla="*/ 0 h 2160240"/>
                <a:gd name="connsiteX9" fmla="*/ 1800193 w 2160240"/>
                <a:gd name="connsiteY9" fmla="*/ 0 h 2160240"/>
                <a:gd name="connsiteX10" fmla="*/ 2160240 w 2160240"/>
                <a:gd name="connsiteY10" fmla="*/ 360047 h 2160240"/>
                <a:gd name="connsiteX11" fmla="*/ 2160240 w 2160240"/>
                <a:gd name="connsiteY11" fmla="*/ 1800193 h 2160240"/>
                <a:gd name="connsiteX12" fmla="*/ 1800193 w 2160240"/>
                <a:gd name="connsiteY12" fmla="*/ 2160240 h 2160240"/>
                <a:gd name="connsiteX13" fmla="*/ 360047 w 2160240"/>
                <a:gd name="connsiteY13" fmla="*/ 2160240 h 2160240"/>
                <a:gd name="connsiteX14" fmla="*/ 0 w 2160240"/>
                <a:gd name="connsiteY14" fmla="*/ 1800193 h 2160240"/>
                <a:gd name="connsiteX15" fmla="*/ 0 w 2160240"/>
                <a:gd name="connsiteY15" fmla="*/ 360047 h 2160240"/>
                <a:gd name="connsiteX16" fmla="*/ 360047 w 2160240"/>
                <a:gd name="connsiteY16" fmla="*/ 0 h 216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0240" h="2160240">
                  <a:moveTo>
                    <a:pt x="638672" y="411048"/>
                  </a:moveTo>
                  <a:cubicBezTo>
                    <a:pt x="516766" y="411048"/>
                    <a:pt x="417942" y="509872"/>
                    <a:pt x="417942" y="631778"/>
                  </a:cubicBezTo>
                  <a:lnTo>
                    <a:pt x="417942" y="1514674"/>
                  </a:lnTo>
                  <a:cubicBezTo>
                    <a:pt x="417942" y="1636580"/>
                    <a:pt x="516766" y="1735404"/>
                    <a:pt x="638672" y="1735404"/>
                  </a:cubicBezTo>
                  <a:lnTo>
                    <a:pt x="1521568" y="1735404"/>
                  </a:lnTo>
                  <a:cubicBezTo>
                    <a:pt x="1643474" y="1735404"/>
                    <a:pt x="1742298" y="1636580"/>
                    <a:pt x="1742298" y="1514674"/>
                  </a:cubicBezTo>
                  <a:lnTo>
                    <a:pt x="1742298" y="631778"/>
                  </a:lnTo>
                  <a:cubicBezTo>
                    <a:pt x="1742298" y="509872"/>
                    <a:pt x="1643474" y="411048"/>
                    <a:pt x="1521568" y="411048"/>
                  </a:cubicBezTo>
                  <a:close/>
                  <a:moveTo>
                    <a:pt x="360047" y="0"/>
                  </a:moveTo>
                  <a:lnTo>
                    <a:pt x="1800193" y="0"/>
                  </a:lnTo>
                  <a:cubicBezTo>
                    <a:pt x="1999041" y="0"/>
                    <a:pt x="2160240" y="161199"/>
                    <a:pt x="2160240" y="360047"/>
                  </a:cubicBezTo>
                  <a:lnTo>
                    <a:pt x="2160240" y="1800193"/>
                  </a:lnTo>
                  <a:cubicBezTo>
                    <a:pt x="2160240" y="1999041"/>
                    <a:pt x="1999041" y="2160240"/>
                    <a:pt x="1800193" y="2160240"/>
                  </a:cubicBezTo>
                  <a:lnTo>
                    <a:pt x="360047" y="2160240"/>
                  </a:lnTo>
                  <a:cubicBezTo>
                    <a:pt x="161199" y="2160240"/>
                    <a:pt x="0" y="1999041"/>
                    <a:pt x="0" y="1800193"/>
                  </a:cubicBezTo>
                  <a:lnTo>
                    <a:pt x="0" y="360047"/>
                  </a:lnTo>
                  <a:cubicBezTo>
                    <a:pt x="0" y="161199"/>
                    <a:pt x="161199" y="0"/>
                    <a:pt x="360047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可视化主体">
  <a:themeElements>
    <a:clrScheme name="lloyds banking group-英国劳埃德银行集团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64F"/>
      </a:accent1>
      <a:accent2>
        <a:srgbClr val="1A53A1"/>
      </a:accent2>
      <a:accent3>
        <a:srgbClr val="2C84C6"/>
      </a:accent3>
      <a:accent4>
        <a:srgbClr val="5FB24E"/>
      </a:accent4>
      <a:accent5>
        <a:srgbClr val="236DB5"/>
      </a:accent5>
      <a:accent6>
        <a:srgbClr val="339949"/>
      </a:accent6>
      <a:hlink>
        <a:srgbClr val="B32B2B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可视化主体" id="{87C2C243-AF97-4B5B-9041-0E9DAAF4C150}" vid="{EE5CDE9D-5C53-410A-A699-5CC516AE591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可视化主体</Template>
  <TotalTime>427</TotalTime>
  <Words>238</Words>
  <Application>Microsoft Macintosh PowerPoint</Application>
  <PresentationFormat>全屏显示(4:3)</PresentationFormat>
  <Paragraphs>24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黑体</vt:lpstr>
      <vt:lpstr>Arial</vt:lpstr>
      <vt:lpstr>Times New Roman</vt:lpstr>
      <vt:lpstr>Wingdings</vt:lpstr>
      <vt:lpstr>可视化主体</vt:lpstr>
      <vt:lpstr>第二次作业</vt:lpstr>
      <vt:lpstr>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课程安排</dc:title>
  <dc:creator>HaoYanbin</dc:creator>
  <cp:lastModifiedBy>王硕</cp:lastModifiedBy>
  <cp:revision>2</cp:revision>
  <dcterms:created xsi:type="dcterms:W3CDTF">2022-02-21T03:29:26Z</dcterms:created>
  <dcterms:modified xsi:type="dcterms:W3CDTF">2026-04-09T07:10:46Z</dcterms:modified>
</cp:coreProperties>
</file>